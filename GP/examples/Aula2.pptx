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4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5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2.xml" ContentType="application/vnd.openxmlformats-officedocument.presentationml.notesSlide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19"/>
  </p:notesMasterIdLst>
  <p:sldIdLst>
    <p:sldId id="344" r:id="rId2"/>
    <p:sldId id="350" r:id="rId3"/>
    <p:sldId id="351" r:id="rId4"/>
    <p:sldId id="352" r:id="rId5"/>
    <p:sldId id="369" r:id="rId6"/>
    <p:sldId id="353" r:id="rId7"/>
    <p:sldId id="354" r:id="rId8"/>
    <p:sldId id="355" r:id="rId9"/>
    <p:sldId id="360" r:id="rId10"/>
    <p:sldId id="361" r:id="rId11"/>
    <p:sldId id="362" r:id="rId12"/>
    <p:sldId id="364" r:id="rId13"/>
    <p:sldId id="363" r:id="rId14"/>
    <p:sldId id="365" r:id="rId15"/>
    <p:sldId id="366" r:id="rId16"/>
    <p:sldId id="367" r:id="rId17"/>
    <p:sldId id="368" r:id="rId18"/>
  </p:sldIdLst>
  <p:sldSz cx="9144000" cy="5143500" type="screen16x9"/>
  <p:notesSz cx="6858000" cy="9144000"/>
  <p:defaultTextStyle>
    <a:lvl1pPr marL="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9pPr>
    <a:extLst/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42" autoAdjust="0"/>
    <p:restoredTop sz="87567" autoAdjust="0"/>
  </p:normalViewPr>
  <p:slideViewPr>
    <p:cSldViewPr>
      <p:cViewPr varScale="1">
        <p:scale>
          <a:sx n="53" d="100"/>
          <a:sy n="53" d="100"/>
        </p:scale>
        <p:origin x="948" y="6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42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3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 latinLnBrk="0">
              <a:defRPr lang="pt-BR" sz="1200"/>
            </a:lvl1pPr>
            <a:extLst/>
          </a:lstStyle>
          <a:p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 latinLnBrk="0">
              <a:defRPr lang="pt-BR" sz="1200"/>
            </a:lvl1pPr>
            <a:extLst/>
          </a:lstStyle>
          <a:p>
            <a:fld id="{A8ADFD5B-A66C-449C-B6E8-FB716D07777D}" type="datetimeFigureOut">
              <a:pPr/>
              <a:t>21/03/2016</a:t>
            </a:fld>
            <a:endParaRPr lang="pt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/>
          <a:p>
            <a:endParaRPr lang="pt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 latinLnBrk="0">
              <a:defRPr lang="pt-BR" sz="1200"/>
            </a:lvl1pPr>
            <a:extLst/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 latinLnBrk="0">
              <a:defRPr lang="pt-BR" sz="1200"/>
            </a:lvl1pPr>
            <a:extLst/>
          </a:lstStyle>
          <a:p>
            <a:fld id="{CA5D3BF3-D352-46FC-8343-31F56E6730EA}" type="slidenum"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9232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9pPr>
    <a:extLst/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pt-BR" smtClean="0"/>
              <a:pPr/>
              <a:t>1</a:t>
            </a:fld>
            <a:endParaRPr lang="pt-B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charset="0"/>
              </a:defRPr>
            </a:lvl5pPr>
            <a:lvl6pPr marL="2514600" indent="-228600" algn="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6pPr>
            <a:lvl7pPr marL="2971800" indent="-228600" algn="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7pPr>
            <a:lvl8pPr marL="3429000" indent="-228600" algn="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8pPr>
            <a:lvl9pPr marL="3886200" indent="-228600" algn="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altLang="pt-BR" sz="1200" smtClean="0">
                <a:latin typeface="Times New Roman" pitchFamily="18" charset="0"/>
              </a:rPr>
              <a:t>Seção 01</a:t>
            </a:r>
          </a:p>
        </p:txBody>
      </p:sp>
      <p:sp>
        <p:nvSpPr>
          <p:cNvPr id="3789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charset="0"/>
              </a:defRPr>
            </a:lvl5pPr>
            <a:lvl6pPr marL="2514600" indent="-228600" algn="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6pPr>
            <a:lvl7pPr marL="2971800" indent="-228600" algn="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7pPr>
            <a:lvl8pPr marL="3429000" indent="-228600" algn="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8pPr>
            <a:lvl9pPr marL="3886200" indent="-228600" algn="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90F71F1-2FD7-4692-923E-032657326539}" type="slidenum">
              <a:rPr lang="pt-BR" altLang="pt-BR" sz="1200" smtClean="0">
                <a:latin typeface="Times New Roman" pitchFamily="18" charset="0"/>
              </a:rPr>
              <a:pPr eaLnBrk="1" hangingPunct="1"/>
              <a:t>12</a:t>
            </a:fld>
            <a:endParaRPr lang="pt-BR" altLang="pt-BR" sz="1200" smtClean="0">
              <a:latin typeface="Times New Roman" pitchFamily="18" charset="0"/>
            </a:endParaRPr>
          </a:p>
        </p:txBody>
      </p:sp>
      <p:sp>
        <p:nvSpPr>
          <p:cNvPr id="3789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789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839" y="4343072"/>
            <a:ext cx="5488325" cy="411487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pt-B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478274"/>
            <a:ext cx="9144000" cy="665226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10" name="Rectangle 9"/>
          <p:cNvSpPr/>
          <p:nvPr/>
        </p:nvSpPr>
        <p:spPr>
          <a:xfrm>
            <a:off x="-9144" y="4539996"/>
            <a:ext cx="2249424" cy="534924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11" name="Rectangle 10"/>
          <p:cNvSpPr/>
          <p:nvPr/>
        </p:nvSpPr>
        <p:spPr>
          <a:xfrm>
            <a:off x="2359152" y="4533138"/>
            <a:ext cx="6784848" cy="534924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4537528"/>
            <a:ext cx="6515100" cy="514350"/>
          </a:xfrm>
        </p:spPr>
        <p:txBody>
          <a:bodyPr anchor="ctr"/>
          <a:lstStyle>
            <a:lvl1pPr marL="0" indent="0" algn="l" eaLnBrk="1" latinLnBrk="0" hangingPunct="1">
              <a:buNone/>
              <a:defRPr kumimoji="0" lang="pt-BR" sz="2800">
                <a:solidFill>
                  <a:srgbClr val="FFFFFF"/>
                </a:solidFill>
              </a:defRPr>
            </a:lvl1pPr>
            <a:lvl2pPr marL="457200" indent="0" algn="ctr" eaLnBrk="1" latinLnBrk="0" hangingPunct="1">
              <a:buNone/>
            </a:lvl2pPr>
            <a:lvl3pPr marL="914400" indent="0" algn="ctr" eaLnBrk="1" latinLnBrk="0" hangingPunct="1">
              <a:buNone/>
            </a:lvl3pPr>
            <a:lvl4pPr marL="1371600" indent="0" algn="ctr" eaLnBrk="1" latinLnBrk="0" hangingPunct="1">
              <a:buNone/>
            </a:lvl4pPr>
            <a:lvl5pPr marL="1828800" indent="0" algn="ctr" eaLnBrk="1" latinLnBrk="0" hangingPunct="1">
              <a:buNone/>
            </a:lvl5pPr>
            <a:lvl6pPr marL="2286000" indent="0" algn="ctr" eaLnBrk="1" latinLnBrk="0" hangingPunct="1">
              <a:buNone/>
            </a:lvl6pPr>
            <a:lvl7pPr marL="2743200" indent="0" algn="ctr" eaLnBrk="1" latinLnBrk="0" hangingPunct="1">
              <a:buNone/>
            </a:lvl7pPr>
            <a:lvl8pPr marL="3200400" indent="0" algn="ctr" eaLnBrk="1" latinLnBrk="0" hangingPunct="1">
              <a:buNone/>
            </a:lvl8pPr>
            <a:lvl9pPr marL="3657600" indent="0" algn="ctr" eaLnBrk="1" latinLnBrk="0" hangingPunct="1">
              <a:buNone/>
            </a:lvl9pPr>
            <a:extLst/>
          </a:lstStyle>
          <a:p>
            <a:pPr eaLnBrk="1" latinLnBrk="0" hangingPunct="1"/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4551524"/>
            <a:ext cx="2057400" cy="514350"/>
          </a:xfrm>
        </p:spPr>
        <p:txBody>
          <a:bodyPr>
            <a:noAutofit/>
          </a:bodyPr>
          <a:lstStyle>
            <a:lvl1pPr algn="ctr" eaLnBrk="1" latinLnBrk="0" hangingPunct="1">
              <a:defRPr kumimoji="0" lang="pt-BR" sz="2000">
                <a:solidFill>
                  <a:srgbClr val="FFFFFF"/>
                </a:solidFill>
              </a:defRPr>
            </a:lvl1pPr>
            <a:extLst/>
          </a:lstStyle>
          <a:p>
            <a:pPr algn="ctr"/>
            <a:fld id="{047E157E-8DCB-4F70-A0AF-5EB586A91DD4}" type="datetime1">
              <a:rPr kumimoji="0" lang="pt-BR">
                <a:solidFill>
                  <a:srgbClr val="FFFFFF"/>
                </a:solidFill>
              </a:rPr>
              <a:pPr algn="ctr"/>
              <a:t>21/03/2016</a:t>
            </a:fld>
            <a:endParaRPr kumimoji="0" lang="pt-BR" sz="2000">
              <a:solidFill>
                <a:srgbClr val="FFFFFF"/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177404"/>
            <a:ext cx="5867400" cy="273844"/>
          </a:xfrm>
        </p:spPr>
        <p:txBody>
          <a:bodyPr/>
          <a:lstStyle>
            <a:lvl1pPr algn="r" eaLnBrk="1" latinLnBrk="0" hangingPunct="1">
              <a:defRPr kumimoji="0" lang="pt-BR">
                <a:solidFill>
                  <a:schemeClr val="tx2"/>
                </a:solidFill>
              </a:defRPr>
            </a:lvl1pPr>
            <a:extLst/>
          </a:lstStyle>
          <a:p>
            <a:pPr algn="r"/>
            <a:endParaRPr kumimoji="0" lang="pt-BR">
              <a:solidFill>
                <a:schemeClr val="tx2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171450"/>
            <a:ext cx="838200" cy="285750"/>
          </a:xfrm>
        </p:spPr>
        <p:txBody>
          <a:bodyPr/>
          <a:lstStyle>
            <a:lvl1pPr eaLnBrk="1" latinLnBrk="0" hangingPunct="1">
              <a:defRPr kumimoji="0" lang="pt-BR">
                <a:solidFill>
                  <a:schemeClr val="tx2"/>
                </a:solidFill>
              </a:defRPr>
            </a:lvl1pPr>
            <a:extLst/>
          </a:lstStyle>
          <a:p>
            <a:fld id="{8F82E0A0-C266-4798-8C8F-B9F91E9DA37E}" type="slidenum">
              <a:rPr kumimoji="0" lang="pt-BR">
                <a:solidFill>
                  <a:schemeClr val="tx2"/>
                </a:solidFill>
              </a:rPr>
              <a:pPr/>
              <a:t>‹nº›</a:t>
            </a:fld>
            <a:endParaRPr kumimoji="0" lang="pt-BR">
              <a:solidFill>
                <a:schemeClr val="tx2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>
            <p:ph type="title"/>
          </p:nvPr>
        </p:nvSpPr>
        <p:spPr>
          <a:xfrm>
            <a:off x="2362200" y="2343150"/>
            <a:ext cx="6477000" cy="2038350"/>
          </a:xfrm>
        </p:spPr>
        <p:txBody>
          <a:bodyPr rtlCol="0" anchor="b"/>
          <a:lstStyle>
            <a:lvl1pPr eaLnBrk="1" latinLnBrk="0" hangingPunct="1">
              <a:defRPr kumimoji="0" lang="pt-BR" cap="all" baseline="0"/>
            </a:lvl1pPr>
            <a:extLst/>
          </a:lstStyle>
          <a:p>
            <a:pPr eaLnBrk="1" latinLnBrk="0" hangingPunct="1"/>
            <a:r>
              <a:rPr lang="pt-BR" smtClean="0"/>
              <a:t>Clique para editar o título mestre</a:t>
            </a:r>
            <a:endParaRPr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latinLnBrk="0" hangingPunct="1"/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3" name="Rectangl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06EA6-EFEA-4C30-9264-4F9291A5780D}" type="datetime1">
              <a:pPr/>
              <a:t>21/03/2016</a:t>
            </a:fld>
            <a:endParaRPr kumimoji="0" lang="pt-BR"/>
          </a:p>
        </p:txBody>
      </p:sp>
      <p:sp>
        <p:nvSpPr>
          <p:cNvPr id="4" name="Rectangl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pt-BR"/>
          </a:p>
        </p:txBody>
      </p:sp>
      <p:sp>
        <p:nvSpPr>
          <p:cNvPr id="5" name="Rectangl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kumimoji="0" lang="pt-BR" sz="1400" b="1">
                <a:solidFill>
                  <a:srgbClr val="FFFFFF"/>
                </a:solidFill>
              </a:rPr>
              <a:pPr algn="ctr"/>
              <a:t>‹nº›</a:t>
            </a:fld>
            <a:endParaRPr kumimoji="0" lang="pt-BR"/>
          </a:p>
        </p:txBody>
      </p:sp>
      <p:sp>
        <p:nvSpPr>
          <p:cNvPr id="7" name="Rectangle 6"/>
          <p:cNvSpPr>
            <a:spLocks noGrp="1"/>
          </p:cNvSpPr>
          <p:nvPr>
            <p:ph sz="quarter" idx="13"/>
          </p:nvPr>
        </p:nvSpPr>
        <p:spPr>
          <a:xfrm>
            <a:off x="609600" y="1352550"/>
            <a:ext cx="8153400" cy="32766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057400"/>
            <a:ext cx="7123113" cy="1254919"/>
          </a:xfrm>
        </p:spPr>
        <p:txBody>
          <a:bodyPr anchor="t"/>
          <a:lstStyle>
            <a:lvl1pPr eaLnBrk="1" latinLnBrk="0" hangingPunct="1">
              <a:buNone/>
              <a:defRPr kumimoji="0" lang="pt-BR" sz="2800">
                <a:solidFill>
                  <a:schemeClr val="tx2"/>
                </a:solidFill>
              </a:defRPr>
            </a:lvl1pPr>
            <a:lvl2pPr eaLnBrk="1" latinLnBrk="0" hangingPunct="1">
              <a:buNone/>
              <a:defRPr kumimoji="0" lang="pt-BR" sz="1800">
                <a:solidFill>
                  <a:schemeClr val="tx1">
                    <a:tint val="75000"/>
                  </a:schemeClr>
                </a:solidFill>
              </a:defRPr>
            </a:lvl2pPr>
            <a:lvl3pPr eaLnBrk="1" latinLnBrk="0" hangingPunct="1">
              <a:buNone/>
              <a:defRPr kumimoji="0" lang="pt-BR" sz="1600">
                <a:solidFill>
                  <a:schemeClr val="tx1">
                    <a:tint val="75000"/>
                  </a:schemeClr>
                </a:solidFill>
              </a:defRPr>
            </a:lvl3pPr>
            <a:lvl4pPr eaLnBrk="1" latinLnBrk="0" hangingPunct="1">
              <a:buNone/>
              <a:defRPr kumimoji="0" lang="pt-BR" sz="1400">
                <a:solidFill>
                  <a:schemeClr val="tx1">
                    <a:tint val="75000"/>
                  </a:schemeClr>
                </a:solidFill>
              </a:defRPr>
            </a:lvl4pPr>
            <a:lvl5pPr eaLnBrk="1" latinLnBrk="0" hangingPunct="1">
              <a:buNone/>
              <a:defRPr kumimoji="0" lang="pt-BR"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9144000" cy="85725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8" name="Rectangle 7"/>
          <p:cNvSpPr/>
          <p:nvPr/>
        </p:nvSpPr>
        <p:spPr>
          <a:xfrm>
            <a:off x="0" y="1200150"/>
            <a:ext cx="1295400" cy="7429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9" name="Rectangle 8"/>
          <p:cNvSpPr/>
          <p:nvPr/>
        </p:nvSpPr>
        <p:spPr>
          <a:xfrm>
            <a:off x="1371600" y="1200150"/>
            <a:ext cx="7772400" cy="74295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71600" y="1200150"/>
            <a:ext cx="7620000" cy="742950"/>
          </a:xfrm>
        </p:spPr>
        <p:txBody>
          <a:bodyPr/>
          <a:lstStyle>
            <a:lvl1pPr algn="l" eaLnBrk="1" latinLnBrk="0" hangingPunct="1">
              <a:buNone/>
              <a:defRPr kumimoji="0" lang="pt-BR" sz="4400" b="0" cap="none">
                <a:solidFill>
                  <a:srgbClr val="FFFFFF"/>
                </a:solidFill>
              </a:defRPr>
            </a:lvl1pPr>
            <a:extLst/>
          </a:lstStyle>
          <a:p>
            <a:r>
              <a:rPr kumimoji="0" lang="pt-BR"/>
              <a:t>Clique para editar o título Mestre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F9F07-3BC7-4570-B054-79111B0A380C}" type="datetime1">
              <a:pPr/>
              <a:t>21/03/2016</a:t>
            </a:fld>
            <a:endParaRPr kumimoji="0" lang="pt-BR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314450"/>
            <a:ext cx="1295400" cy="526257"/>
          </a:xfrm>
        </p:spPr>
        <p:txBody>
          <a:bodyPr>
            <a:noAutofit/>
          </a:bodyPr>
          <a:lstStyle>
            <a:lvl1pPr eaLnBrk="1" latinLnBrk="0" hangingPunct="1">
              <a:defRPr kumimoji="0" lang="pt-BR" sz="2400">
                <a:solidFill>
                  <a:srgbClr val="FFFFFF"/>
                </a:solidFill>
              </a:defRPr>
            </a:lvl1pPr>
            <a:extLst/>
          </a:lstStyle>
          <a:p>
            <a:pPr algn="ctr"/>
            <a:fld id="{8F82E0A0-C266-4798-8C8F-B9F91E9DA37E}" type="slidenum">
              <a:rPr kumimoji="0" lang="pt-BR" sz="2400" b="1">
                <a:solidFill>
                  <a:srgbClr val="FFFFFF"/>
                </a:solidFill>
              </a:rPr>
              <a:pPr algn="ctr"/>
              <a:t>‹nº›</a:t>
            </a:fld>
            <a:endParaRPr kumimoji="0" lang="pt-BR" sz="2400">
              <a:solidFill>
                <a:srgbClr val="FFFFFF"/>
              </a:solidFill>
            </a:endParaRPr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kumimoji="0"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latinLnBrk="0" hangingPunct="1"/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600" y="1352551"/>
            <a:ext cx="3886200" cy="3268624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844901" y="1352549"/>
            <a:ext cx="3886200" cy="3268625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E4606EA6-EFEA-4C30-9264-4F9291A5780D}" type="datetime1">
              <a:pPr/>
              <a:t>21/03/2016</a:t>
            </a:fld>
            <a:endParaRPr kumimoji="0" lang="pt-BR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/>
            <a:fld id="{8F82E0A0-C266-4798-8C8F-B9F91E9DA37E}" type="slidenum">
              <a:rPr kumimoji="0" lang="pt-BR" sz="1400" b="1">
                <a:solidFill>
                  <a:srgbClr val="FFFFFF"/>
                </a:solidFill>
              </a:rPr>
              <a:pPr algn="ctr"/>
              <a:t>‹nº›</a:t>
            </a:fld>
            <a:endParaRPr kumimoji="0" lang="pt-BR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kumimoji="0"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118110"/>
            <a:ext cx="8153400" cy="1005840"/>
          </a:xfrm>
        </p:spPr>
        <p:txBody>
          <a:bodyPr anchor="b"/>
          <a:lstStyle>
            <a:lvl1pPr eaLnBrk="1" latinLnBrk="0" hangingPunct="1">
              <a:defRPr kumimoji="0" lang="pt-BR"/>
            </a:lvl1pPr>
            <a:extLst/>
          </a:lstStyle>
          <a:p>
            <a:pPr eaLnBrk="1" latinLnBrk="0" hangingPunct="1"/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1919818"/>
            <a:ext cx="3886200" cy="26289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1919818"/>
            <a:ext cx="3886200" cy="26289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E4606EA6-EFEA-4C30-9264-4F9291A5780D}" type="datetime1">
              <a:pPr/>
              <a:t>21/03/2016</a:t>
            </a:fld>
            <a:endParaRPr kumimoji="0" lang="pt-BR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/>
            <a:fld id="{8F82E0A0-C266-4798-8C8F-B9F91E9DA37E}" type="slidenum">
              <a:rPr kumimoji="0" lang="pt-BR" sz="1400" b="1">
                <a:solidFill>
                  <a:srgbClr val="FFFFFF"/>
                </a:solidFill>
              </a:rPr>
              <a:pPr algn="ctr"/>
              <a:t>‹nº›</a:t>
            </a:fld>
            <a:endParaRPr kumimoji="0" lang="pt-BR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kumimoji="0" lang="pt-BR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8"/>
          </p:nvPr>
        </p:nvSpPr>
        <p:spPr>
          <a:xfrm>
            <a:off x="609600" y="1362287"/>
            <a:ext cx="3886200" cy="530352"/>
          </a:xfrm>
          <a:solidFill>
            <a:schemeClr val="accent2"/>
          </a:solidFill>
        </p:spPr>
        <p:txBody>
          <a:bodyPr rtlCol="0" anchor="ctr"/>
          <a:lstStyle>
            <a:lvl1pPr eaLnBrk="1" latinLnBrk="0" hangingPunct="1">
              <a:buFontTx/>
              <a:buNone/>
              <a:defRPr kumimoji="0" lang="pt-BR" sz="2000" b="1">
                <a:solidFill>
                  <a:srgbClr val="FFFFFF"/>
                </a:solidFill>
              </a:defRPr>
            </a:lvl1pPr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9"/>
          </p:nvPr>
        </p:nvSpPr>
        <p:spPr>
          <a:xfrm>
            <a:off x="4800600" y="1362287"/>
            <a:ext cx="3886200" cy="530352"/>
          </a:xfrm>
          <a:solidFill>
            <a:schemeClr val="accent4"/>
          </a:solidFill>
        </p:spPr>
        <p:txBody>
          <a:bodyPr rtlCol="0" anchor="ctr"/>
          <a:lstStyle>
            <a:lvl1pPr eaLnBrk="1" latinLnBrk="0" hangingPunct="1">
              <a:buFontTx/>
              <a:buNone/>
              <a:defRPr kumimoji="0" lang="pt-BR" sz="2000" b="1">
                <a:solidFill>
                  <a:srgbClr val="FFFFFF"/>
                </a:solidFill>
              </a:defRPr>
            </a:lvl1pPr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latinLnBrk="0" hangingPunct="1"/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ADB5D-B7A0-47E3-AD2D-B1A6F8614213}" type="datetime1">
              <a:pPr/>
              <a:t>21/03/2016</a:t>
            </a:fld>
            <a:endParaRPr kumimoji="0"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1" latinLnBrk="0" hangingPunct="1">
              <a:defRPr kumimoji="0" lang="pt-BR">
                <a:solidFill>
                  <a:srgbClr val="FFFFFF"/>
                </a:solidFill>
              </a:defRPr>
            </a:lvl1pPr>
            <a:extLst/>
          </a:lstStyle>
          <a:p>
            <a:fld id="{A3F7CB7D-F184-43C7-B6FD-03D728E1BBFF}" type="slidenum">
              <a:rPr kumimoji="0" lang="pt-BR">
                <a:solidFill>
                  <a:srgbClr val="FFFFFF"/>
                </a:solidFill>
              </a:rPr>
              <a:pPr/>
              <a:t>‹nº›</a:t>
            </a:fld>
            <a:endParaRPr kumimoji="0" lang="pt-BR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68126-03FC-49C0-B9B8-2B561CCC3D90}" type="datetime1">
              <a:pPr/>
              <a:t>21/03/2016</a:t>
            </a:fld>
            <a:endParaRPr kumimoji="0"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4686300"/>
            <a:ext cx="533400" cy="285750"/>
          </a:xfrm>
        </p:spPr>
        <p:txBody>
          <a:bodyPr/>
          <a:lstStyle>
            <a:lvl1pPr eaLnBrk="1" latinLnBrk="0" hangingPunct="1">
              <a:defRPr kumimoji="0" lang="pt-BR">
                <a:solidFill>
                  <a:schemeClr val="tx2"/>
                </a:solidFill>
              </a:defRPr>
            </a:lvl1pPr>
            <a:extLst/>
          </a:lstStyle>
          <a:p>
            <a:fld id="{A3F7CB7D-F184-43C7-B6FD-03D728E1BBFF}" type="slidenum">
              <a:rPr kumimoji="0" lang="pt-BR">
                <a:solidFill>
                  <a:schemeClr val="tx2"/>
                </a:solidFill>
              </a:rPr>
              <a:pPr/>
              <a:t>‹nº›</a:t>
            </a:fld>
            <a:endParaRPr kumimoji="0" lang="pt-BR">
              <a:solidFill>
                <a:schemeClr val="tx2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8110"/>
            <a:ext cx="8153400" cy="1005840"/>
          </a:xfrm>
        </p:spPr>
        <p:txBody>
          <a:bodyPr anchor="b"/>
          <a:lstStyle>
            <a:lvl1pPr algn="l" eaLnBrk="1" latinLnBrk="0" hangingPunct="1">
              <a:buNone/>
              <a:defRPr kumimoji="0" lang="pt-BR" sz="4200" b="0"/>
            </a:lvl1pPr>
            <a:extLst/>
          </a:lstStyle>
          <a:p>
            <a:pPr eaLnBrk="1" latinLnBrk="0" hangingPunct="1"/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A8198-4617-485E-9585-4840B69DBBA6}" type="datetime1">
              <a:pPr/>
              <a:t>21/03/2016</a:t>
            </a:fld>
            <a:endParaRPr kumimoji="0"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1" latinLnBrk="0" hangingPunct="1">
              <a:defRPr kumimoji="0" lang="pt-BR">
                <a:solidFill>
                  <a:srgbClr val="FFFFFF"/>
                </a:solidFill>
              </a:defRPr>
            </a:lvl1pPr>
            <a:extLst/>
          </a:lstStyle>
          <a:p>
            <a:fld id="{A3F7CB7D-F184-43C7-B6FD-03D728E1BBFF}" type="slidenum">
              <a:rPr kumimoji="0" lang="pt-BR">
                <a:solidFill>
                  <a:srgbClr val="FFFFFF"/>
                </a:solidFill>
              </a:rPr>
              <a:pPr/>
              <a:t>‹nº›</a:t>
            </a:fld>
            <a:endParaRPr kumimoji="0" lang="pt-BR">
              <a:solidFill>
                <a:srgbClr val="FFFFFF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28750"/>
            <a:ext cx="1600200" cy="31242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 eaLnBrk="1" latinLnBrk="0" hangingPunct="1">
              <a:spcAft>
                <a:spcPts val="1000"/>
              </a:spcAft>
              <a:buNone/>
              <a:defRPr kumimoji="0" lang="pt-BR" sz="1800"/>
            </a:lvl1pPr>
            <a:lvl2pPr eaLnBrk="1" latinLnBrk="0" hangingPunct="1">
              <a:buNone/>
              <a:defRPr kumimoji="0" lang="pt-BR" sz="1200"/>
            </a:lvl2pPr>
            <a:lvl3pPr eaLnBrk="1" latinLnBrk="0" hangingPunct="1">
              <a:buNone/>
              <a:defRPr kumimoji="0" lang="pt-BR" sz="1000"/>
            </a:lvl3pPr>
            <a:lvl4pPr eaLnBrk="1" latinLnBrk="0" hangingPunct="1">
              <a:buNone/>
              <a:defRPr kumimoji="0" lang="pt-BR" sz="900"/>
            </a:lvl4pPr>
            <a:lvl5pPr eaLnBrk="1" latinLnBrk="0" hangingPunct="1">
              <a:buNone/>
              <a:defRPr kumimoji="0" lang="pt-BR" sz="900"/>
            </a:lvl5pPr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2362200" y="1428750"/>
            <a:ext cx="6400800" cy="32004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57668" y="0"/>
            <a:ext cx="7586332" cy="3419856"/>
          </a:xfrm>
          <a:solidFill>
            <a:schemeClr val="tx2">
              <a:shade val="50000"/>
            </a:schemeClr>
          </a:solidFill>
          <a:ln>
            <a:noFill/>
          </a:ln>
        </p:spPr>
        <p:txBody>
          <a:bodyPr/>
          <a:lstStyle>
            <a:lvl1pPr eaLnBrk="1" latinLnBrk="0" hangingPunct="1">
              <a:buNone/>
              <a:defRPr kumimoji="0" lang="pt-BR" sz="3200"/>
            </a:lvl1pPr>
            <a:extLst/>
          </a:lstStyle>
          <a:p>
            <a:r>
              <a:rPr kumimoji="0" lang="pt-BR" smtClean="0"/>
              <a:t>Clique no ícone para adicionar uma imagem</a:t>
            </a:r>
            <a:endParaRPr kumimoji="0" lang="pt-B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4114800"/>
            <a:ext cx="7315200" cy="514350"/>
          </a:xfrm>
        </p:spPr>
        <p:txBody>
          <a:bodyPr/>
          <a:lstStyle>
            <a:lvl1pPr marL="0" indent="0" eaLnBrk="1" latinLnBrk="0" hangingPunct="1">
              <a:buFontTx/>
              <a:buNone/>
              <a:defRPr kumimoji="0" lang="pt-BR" sz="1700"/>
            </a:lvl1pPr>
            <a:lvl2pPr eaLnBrk="1" latinLnBrk="0" hangingPunct="1">
              <a:buFontTx/>
              <a:buNone/>
              <a:defRPr kumimoji="0" lang="pt-BR" sz="1200"/>
            </a:lvl2pPr>
            <a:lvl3pPr eaLnBrk="1" latinLnBrk="0" hangingPunct="1">
              <a:buFontTx/>
              <a:buNone/>
              <a:defRPr kumimoji="0" lang="pt-BR" sz="1000"/>
            </a:lvl3pPr>
            <a:lvl4pPr eaLnBrk="1" latinLnBrk="0" hangingPunct="1">
              <a:buFontTx/>
              <a:buNone/>
              <a:defRPr kumimoji="0" lang="pt-BR" sz="900"/>
            </a:lvl4pPr>
            <a:lvl5pPr eaLnBrk="1" latinLnBrk="0" hangingPunct="1">
              <a:buFontTx/>
              <a:buNone/>
              <a:defRPr kumimoji="0" lang="pt-BR" sz="900"/>
            </a:lvl5pPr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</p:txBody>
      </p:sp>
      <p:sp>
        <p:nvSpPr>
          <p:cNvPr id="8" name="Rectangle 7"/>
          <p:cNvSpPr/>
          <p:nvPr/>
        </p:nvSpPr>
        <p:spPr>
          <a:xfrm>
            <a:off x="-9144" y="3429000"/>
            <a:ext cx="9144000" cy="665226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9" name="Rectangle 8"/>
          <p:cNvSpPr/>
          <p:nvPr/>
        </p:nvSpPr>
        <p:spPr>
          <a:xfrm>
            <a:off x="-9144" y="3497580"/>
            <a:ext cx="1463040" cy="534924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10" name="Rectangle 9"/>
          <p:cNvSpPr/>
          <p:nvPr/>
        </p:nvSpPr>
        <p:spPr>
          <a:xfrm>
            <a:off x="1545336" y="3490722"/>
            <a:ext cx="7589520" cy="534924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3543300"/>
            <a:ext cx="7315200" cy="457200"/>
          </a:xfrm>
        </p:spPr>
        <p:txBody>
          <a:bodyPr anchor="ctr"/>
          <a:lstStyle>
            <a:lvl1pPr algn="l" eaLnBrk="1" latinLnBrk="0" hangingPunct="1">
              <a:buNone/>
              <a:defRPr kumimoji="0" lang="pt-BR" sz="2800" b="0">
                <a:solidFill>
                  <a:srgbClr val="FFFFFF"/>
                </a:solidFill>
              </a:defRPr>
            </a:lvl1pPr>
            <a:extLst/>
          </a:lstStyle>
          <a:p>
            <a:pPr eaLnBrk="1" latinLnBrk="0" hangingPunct="1"/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447800" y="0"/>
            <a:ext cx="100584" cy="515035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4686300"/>
            <a:ext cx="2667000" cy="273844"/>
          </a:xfrm>
        </p:spPr>
        <p:txBody>
          <a:bodyPr rtlCol="0"/>
          <a:lstStyle/>
          <a:p>
            <a:fld id="{E4606EA6-EFEA-4C30-9264-4F9291A5780D}" type="datetime1">
              <a:pPr/>
              <a:t>21/03/2016</a:t>
            </a:fld>
            <a:endParaRPr kumimoji="0" lang="pt-BR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3500437"/>
            <a:ext cx="1447800" cy="497684"/>
          </a:xfrm>
        </p:spPr>
        <p:txBody>
          <a:bodyPr rtlCol="0"/>
          <a:lstStyle>
            <a:lvl1pPr eaLnBrk="1" latinLnBrk="0" hangingPunct="1">
              <a:defRPr kumimoji="0" lang="pt-BR" sz="2800"/>
            </a:lvl1pPr>
            <a:extLst/>
          </a:lstStyle>
          <a:p>
            <a:pPr algn="ctr"/>
            <a:fld id="{8F82E0A0-C266-4798-8C8F-B9F91E9DA37E}" type="slidenum">
              <a:rPr kumimoji="0" lang="pt-BR" sz="2800" b="1">
                <a:solidFill>
                  <a:srgbClr val="FFFFFF"/>
                </a:solidFill>
              </a:rPr>
              <a:pPr algn="ctr"/>
              <a:t>‹nº›</a:t>
            </a:fld>
            <a:endParaRPr kumimoji="0" lang="pt-BR" sz="280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4686155"/>
            <a:ext cx="4572000" cy="273844"/>
          </a:xfrm>
        </p:spPr>
        <p:txBody>
          <a:bodyPr rtlCol="0"/>
          <a:lstStyle/>
          <a:p>
            <a:endParaRPr kumimoji="0"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198B7F-CD15-4C33-9FFC-0364D6C1D1AE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094300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58488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352550"/>
            <a:ext cx="8153400" cy="324231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 smtClean="0"/>
              <a:t>Clique para editar 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4686300"/>
            <a:ext cx="2667000" cy="273844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lang="pt-BR" sz="1400">
                <a:solidFill>
                  <a:schemeClr val="tx2"/>
                </a:solidFill>
              </a:defRPr>
            </a:lvl1pPr>
            <a:extLst/>
          </a:lstStyle>
          <a:p>
            <a:fld id="{E4606EA6-EFEA-4C30-9264-4F9291A5780D}" type="datetime1">
              <a:pPr/>
              <a:t>21/03/2016</a:t>
            </a:fld>
            <a:endParaRPr kumimoji="0" lang="pt-BR" sz="140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1" y="4686155"/>
            <a:ext cx="5421083" cy="273844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lang="pt-BR" sz="1400">
                <a:solidFill>
                  <a:schemeClr val="tx2"/>
                </a:solidFill>
              </a:defRPr>
            </a:lvl1pPr>
            <a:extLst/>
          </a:lstStyle>
          <a:p>
            <a:pPr algn="r"/>
            <a:endParaRPr kumimoji="0" lang="pt-BR" sz="1400">
              <a:solidFill>
                <a:schemeClr val="tx2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095170"/>
            <a:ext cx="9144000" cy="24003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8" name="Rectangle 7"/>
          <p:cNvSpPr/>
          <p:nvPr/>
        </p:nvSpPr>
        <p:spPr>
          <a:xfrm>
            <a:off x="0" y="1129460"/>
            <a:ext cx="533400" cy="1714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9" name="Rectangle 8"/>
          <p:cNvSpPr/>
          <p:nvPr/>
        </p:nvSpPr>
        <p:spPr>
          <a:xfrm>
            <a:off x="590550" y="1129460"/>
            <a:ext cx="8553450" cy="17145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123507"/>
            <a:ext cx="533400" cy="183357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lang="pt-BR" sz="1400" b="1">
                <a:solidFill>
                  <a:srgbClr val="FFFFFF"/>
                </a:solidFill>
              </a:defRPr>
            </a:lvl1pPr>
            <a:extLst/>
          </a:lstStyle>
          <a:p>
            <a:pPr algn="ctr"/>
            <a:fld id="{8F82E0A0-C266-4798-8C8F-B9F91E9DA37E}" type="slidenum">
              <a:rPr kumimoji="0" lang="pt-BR" sz="1400" b="1">
                <a:solidFill>
                  <a:srgbClr val="FFFFFF"/>
                </a:solidFill>
              </a:rPr>
              <a:pPr algn="ctr"/>
              <a:t>‹nº›</a:t>
            </a:fld>
            <a:endParaRPr kumimoji="0" lang="pt-BR" sz="1400" b="1">
              <a:solidFill>
                <a:srgbClr val="FFFFFF"/>
              </a:solidFill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18110"/>
            <a:ext cx="8153400" cy="100584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pPr eaLnBrk="1" latinLnBrk="0" hangingPunct="1"/>
            <a:r>
              <a:rPr kumimoji="0" lang="pt-BR" smtClean="0"/>
              <a:t>Clique para editar o título mestre</a:t>
            </a:r>
            <a:endParaRPr kumimoji="0" lang="en-US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9" r:id="rId10"/>
    <p:sldLayoutId id="2147483660" r:id="rId11"/>
  </p:sldLayoutIdLst>
  <p:txStyles>
    <p:titleStyle>
      <a:lvl1pPr algn="l" rtl="0" eaLnBrk="1" latinLnBrk="0" hangingPunct="1">
        <a:spcBef>
          <a:spcPct val="0"/>
        </a:spcBef>
        <a:buNone/>
        <a:defRPr kumimoji="0" lang="pt-BR" sz="4200" kern="1200">
          <a:solidFill>
            <a:schemeClr val="tx2"/>
          </a:solidFill>
          <a:latin typeface="+mj-lt"/>
          <a:ea typeface="+mj-ea"/>
          <a:cs typeface="+mj-cs"/>
        </a:defRPr>
      </a:lvl1pPr>
      <a:extLst/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lang="pt-BR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lang="pt-BR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lang="pt-BR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lang="pt-BR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lang="pt-BR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None/>
        <a:defRPr kumimoji="0" lang="pt-BR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lang="pt-BR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lang="pt-BR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lang="pt-BR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Grp="1"/>
          </p:cNvSpPr>
          <p:nvPr>
            <p:ph type="subTitle" idx="1"/>
          </p:nvPr>
        </p:nvSpPr>
        <p:spPr>
          <a:xfrm>
            <a:off x="2339752" y="4659982"/>
            <a:ext cx="6515100" cy="555526"/>
          </a:xfrm>
        </p:spPr>
        <p:txBody>
          <a:bodyPr>
            <a:normAutofit fontScale="55000" lnSpcReduction="20000"/>
          </a:bodyPr>
          <a:lstStyle/>
          <a:p>
            <a:r>
              <a:rPr lang="pt-BR" dirty="0" smtClean="0"/>
              <a:t>Análise e Desenvolvimento de Sistemas</a:t>
            </a:r>
          </a:p>
          <a:p>
            <a:r>
              <a:rPr lang="en-US" dirty="0" smtClean="0"/>
              <a:t>Prof. Claudio Lima </a:t>
            </a:r>
            <a:r>
              <a:rPr lang="en-US" dirty="0"/>
              <a:t>- http://</a:t>
            </a:r>
            <a:r>
              <a:rPr lang="en-US" dirty="0" smtClean="0"/>
              <a:t>lattes.cnpq.br/</a:t>
            </a:r>
            <a:r>
              <a:rPr lang="pt-BR" dirty="0"/>
              <a:t>9330552327454666</a:t>
            </a:r>
            <a:r>
              <a:rPr lang="en-US" dirty="0" smtClean="0"/>
              <a:t> </a:t>
            </a:r>
            <a:endParaRPr lang="en-US" dirty="0"/>
          </a:p>
          <a:p>
            <a:endParaRPr lang="pt-BR" dirty="0"/>
          </a:p>
        </p:txBody>
      </p:sp>
      <p:sp>
        <p:nvSpPr>
          <p:cNvPr id="4" name="Rectang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GESTÃO DE PROJETOS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68815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Planejando o Escopo</a:t>
            </a:r>
            <a:endParaRPr lang="pt-B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284964"/>
            <a:ext cx="6081142" cy="3803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35458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vert="horz" anchor="b">
            <a:normAutofit fontScale="90000"/>
          </a:bodyPr>
          <a:lstStyle/>
          <a:p>
            <a:r>
              <a:rPr lang="pt-BR" dirty="0"/>
              <a:t>Gerenciamento do escopo do </a:t>
            </a:r>
            <a:r>
              <a:rPr lang="pt-BR" dirty="0" smtClean="0"/>
              <a:t>projeto</a:t>
            </a:r>
            <a:br>
              <a:rPr lang="pt-BR" dirty="0" smtClean="0"/>
            </a:br>
            <a:r>
              <a:rPr lang="pt-BR" dirty="0" smtClean="0"/>
              <a:t>Fundamentos: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“O Gerenciamento do Escopo do Projeto inclui os processos necessários para assegurar que o projeto inclui todo o trabalho necessário, e apenas o necessário, para terminar o projeto com sucesso”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597010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Gerenciamento do escopo do Projeto</a:t>
            </a:r>
            <a:endParaRPr lang="pt-B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347613"/>
            <a:ext cx="6286298" cy="3803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645638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51520" y="1352550"/>
            <a:ext cx="8784976" cy="3667472"/>
          </a:xfrm>
        </p:spPr>
        <p:txBody>
          <a:bodyPr>
            <a:noAutofit/>
          </a:bodyPr>
          <a:lstStyle/>
          <a:p>
            <a:pPr algn="just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Font typeface="Wingdings" pitchFamily="2" charset="2"/>
              <a:buChar char="§"/>
            </a:pPr>
            <a:r>
              <a:rPr lang="pt-BR" altLang="pt-BR" sz="2400" dirty="0" smtClean="0"/>
              <a:t>É o processo de criação de um plano de gerenciamento do escopo do projeto que documenta como tal escopo será definido, validado e controlado de acordo com o </a:t>
            </a:r>
            <a:r>
              <a:rPr lang="pt-BR" altLang="pt-BR" sz="2400" dirty="0" err="1" smtClean="0"/>
              <a:t>PMBoK</a:t>
            </a:r>
            <a:endParaRPr lang="pt-BR" altLang="pt-BR" sz="2400" dirty="0"/>
          </a:p>
        </p:txBody>
      </p:sp>
      <p:sp>
        <p:nvSpPr>
          <p:cNvPr id="5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Planejar o Gerenciamento do escopo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162912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51520" y="1352550"/>
            <a:ext cx="8784976" cy="3667472"/>
          </a:xfrm>
        </p:spPr>
        <p:txBody>
          <a:bodyPr>
            <a:noAutofit/>
          </a:bodyPr>
          <a:lstStyle/>
          <a:p>
            <a:pPr algn="just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Font typeface="Wingdings" pitchFamily="2" charset="2"/>
              <a:buChar char="§"/>
            </a:pPr>
            <a:r>
              <a:rPr lang="pt-BR" altLang="pt-BR" sz="2400" dirty="0"/>
              <a:t>Criação do plano de gerenciamento do escopo </a:t>
            </a:r>
          </a:p>
          <a:p>
            <a:pPr lvl="1" algn="just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Font typeface="Wingdings" pitchFamily="2" charset="2"/>
              <a:buChar char="§"/>
            </a:pPr>
            <a:r>
              <a:rPr lang="pt-BR" altLang="pt-BR" sz="2400" dirty="0"/>
              <a:t>Como o escopo será definido</a:t>
            </a:r>
          </a:p>
          <a:p>
            <a:pPr lvl="1" algn="just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Font typeface="Wingdings" pitchFamily="2" charset="2"/>
              <a:buChar char="§"/>
            </a:pPr>
            <a:r>
              <a:rPr lang="pt-BR" altLang="pt-BR" sz="2400" dirty="0"/>
              <a:t>Como será documentado, verificado e controlado</a:t>
            </a:r>
          </a:p>
          <a:p>
            <a:pPr lvl="1" algn="just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Font typeface="Wingdings" pitchFamily="2" charset="2"/>
              <a:buChar char="§"/>
            </a:pPr>
            <a:r>
              <a:rPr lang="pt-BR" altLang="pt-BR" sz="2400" dirty="0"/>
              <a:t>Como a estrutura analítica do projeto (EAP ou WBS) será criada e definida</a:t>
            </a:r>
          </a:p>
          <a:p>
            <a:pPr lvl="1" algn="just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Font typeface="Wingdings" pitchFamily="2" charset="2"/>
              <a:buChar char="§"/>
            </a:pPr>
            <a:r>
              <a:rPr lang="pt-BR" altLang="pt-BR" sz="2400" dirty="0"/>
              <a:t>Como desenvolver a declaração de escopo detalhada</a:t>
            </a:r>
          </a:p>
          <a:p>
            <a:pPr lvl="1" algn="just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Font typeface="Wingdings" pitchFamily="2" charset="2"/>
              <a:buChar char="§"/>
            </a:pPr>
            <a:r>
              <a:rPr lang="pt-BR" altLang="pt-BR" sz="2400" dirty="0"/>
              <a:t>Como serão aceitas as entregas</a:t>
            </a:r>
          </a:p>
          <a:p>
            <a:pPr lvl="1" algn="just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Font typeface="Wingdings" pitchFamily="2" charset="2"/>
              <a:buChar char="§"/>
            </a:pPr>
            <a:r>
              <a:rPr lang="pt-BR" altLang="pt-BR" sz="2400" dirty="0"/>
              <a:t>Quais serão os requisitos</a:t>
            </a:r>
          </a:p>
        </p:txBody>
      </p:sp>
      <p:sp>
        <p:nvSpPr>
          <p:cNvPr id="5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Planejamento do Escopo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658941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Definição do Escopo</a:t>
            </a:r>
            <a:endParaRPr lang="pt-BR" dirty="0"/>
          </a:p>
        </p:txBody>
      </p:sp>
      <p:sp>
        <p:nvSpPr>
          <p:cNvPr id="5" name="Text Box 3"/>
          <p:cNvSpPr txBox="1">
            <a:spLocks noGrp="1" noChangeAspect="1" noChangeArrowheads="1"/>
          </p:cNvSpPr>
          <p:nvPr>
            <p:ph idx="1"/>
          </p:nvPr>
        </p:nvSpPr>
        <p:spPr bwMode="auto">
          <a:xfrm>
            <a:off x="612648" y="1352550"/>
            <a:ext cx="8153400" cy="3868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cmpd="thinThick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charset="0"/>
              </a:defRPr>
            </a:lvl1pPr>
            <a:lvl2pPr marL="541338" eaLnBrk="0" hangingPunct="0">
              <a:defRPr sz="3600">
                <a:solidFill>
                  <a:schemeClr val="tx1"/>
                </a:solidFill>
                <a:latin typeface="Arial" charset="0"/>
              </a:defRPr>
            </a:lvl2pPr>
            <a:lvl3pPr marL="1079500" eaLnBrk="0" hangingPunct="0">
              <a:defRPr sz="3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charset="0"/>
              </a:defRPr>
            </a:lvl5pPr>
            <a:lvl6pPr marL="2514600" indent="-228600" algn="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6pPr>
            <a:lvl7pPr marL="2971800" indent="-228600" algn="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7pPr>
            <a:lvl8pPr marL="3429000" indent="-228600" algn="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8pPr>
            <a:lvl9pPr marL="3886200" indent="-228600" algn="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 eaLnBrk="1" hangingPunct="1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Font typeface="Wingdings" pitchFamily="2" charset="2"/>
              <a:buNone/>
            </a:pPr>
            <a:r>
              <a:rPr lang="pt-BR" altLang="pt-BR" sz="2000" dirty="0">
                <a:latin typeface="+mn-lt"/>
              </a:rPr>
              <a:t>Documento que descreve em detalhes as entregas do projeto e o trabalho necessário para criar essas entregas.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Font typeface="Wingdings" pitchFamily="2" charset="2"/>
              <a:buChar char="§"/>
            </a:pPr>
            <a:r>
              <a:rPr lang="pt-BR" altLang="pt-BR" sz="2000" b="1" dirty="0">
                <a:latin typeface="+mn-lt"/>
              </a:rPr>
              <a:t>Deve conter no mínimo:</a:t>
            </a:r>
          </a:p>
          <a:p>
            <a:pPr lvl="2" algn="l" eaLnBrk="1" hangingPunct="1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Font typeface="Wingdings" pitchFamily="2" charset="2"/>
              <a:buChar char="§"/>
            </a:pPr>
            <a:r>
              <a:rPr lang="pt-BR" altLang="pt-BR" sz="2000" dirty="0">
                <a:latin typeface="+mn-lt"/>
              </a:rPr>
              <a:t> objetivos do projeto</a:t>
            </a:r>
          </a:p>
          <a:p>
            <a:pPr lvl="2" algn="l" eaLnBrk="1" hangingPunct="1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Font typeface="Wingdings" pitchFamily="2" charset="2"/>
              <a:buChar char="§"/>
            </a:pPr>
            <a:r>
              <a:rPr lang="pt-BR" altLang="pt-BR" sz="2000" dirty="0">
                <a:latin typeface="+mn-lt"/>
              </a:rPr>
              <a:t> descrição do escopo do produto</a:t>
            </a:r>
          </a:p>
          <a:p>
            <a:pPr lvl="2" algn="l" eaLnBrk="1" hangingPunct="1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Font typeface="Wingdings" pitchFamily="2" charset="2"/>
              <a:buChar char="§"/>
            </a:pPr>
            <a:r>
              <a:rPr lang="pt-BR" altLang="pt-BR" sz="2000" dirty="0">
                <a:latin typeface="+mn-lt"/>
              </a:rPr>
              <a:t> requisitos do projeto</a:t>
            </a:r>
          </a:p>
          <a:p>
            <a:pPr lvl="2" algn="l" eaLnBrk="1" hangingPunct="1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Font typeface="Wingdings" pitchFamily="2" charset="2"/>
              <a:buChar char="§"/>
            </a:pPr>
            <a:r>
              <a:rPr lang="pt-BR" altLang="pt-BR" sz="2000" dirty="0">
                <a:latin typeface="+mn-lt"/>
              </a:rPr>
              <a:t> limites do projeto (o que está incluindo e o que não está)</a:t>
            </a:r>
          </a:p>
          <a:p>
            <a:pPr lvl="2" algn="l" eaLnBrk="1" hangingPunct="1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Font typeface="Wingdings" pitchFamily="2" charset="2"/>
              <a:buChar char="§"/>
            </a:pPr>
            <a:r>
              <a:rPr lang="pt-BR" altLang="pt-BR" sz="2000" dirty="0">
                <a:latin typeface="+mn-lt"/>
              </a:rPr>
              <a:t> entregas do projeto</a:t>
            </a:r>
          </a:p>
          <a:p>
            <a:pPr lvl="2" algn="l" eaLnBrk="1" hangingPunct="1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Font typeface="Wingdings" pitchFamily="2" charset="2"/>
              <a:buChar char="§"/>
            </a:pPr>
            <a:r>
              <a:rPr lang="pt-BR" altLang="pt-BR" sz="2000" dirty="0">
                <a:latin typeface="+mn-lt"/>
              </a:rPr>
              <a:t> restrições e premissas do projeto</a:t>
            </a:r>
          </a:p>
          <a:p>
            <a:pPr lvl="2" algn="l" eaLnBrk="1" hangingPunct="1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Font typeface="Wingdings" pitchFamily="2" charset="2"/>
              <a:buChar char="§"/>
            </a:pPr>
            <a:r>
              <a:rPr lang="pt-BR" altLang="pt-BR" sz="2000" dirty="0">
                <a:latin typeface="+mn-lt"/>
              </a:rPr>
              <a:t> especificações do projeto</a:t>
            </a:r>
          </a:p>
          <a:p>
            <a:pPr lvl="2" algn="l" eaLnBrk="1" hangingPunct="1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Font typeface="Wingdings" pitchFamily="2" charset="2"/>
              <a:buChar char="§"/>
            </a:pPr>
            <a:endParaRPr lang="pt-BR" altLang="pt-BR" sz="1600" u="sng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02554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Estrutura Analítica do Projeto</a:t>
            </a:r>
            <a:endParaRPr lang="pt-BR" dirty="0"/>
          </a:p>
        </p:txBody>
      </p:sp>
      <p:sp>
        <p:nvSpPr>
          <p:cNvPr id="6" name="Text Box 3"/>
          <p:cNvSpPr txBox="1">
            <a:spLocks noChangeAspect="1" noChangeArrowheads="1"/>
          </p:cNvSpPr>
          <p:nvPr/>
        </p:nvSpPr>
        <p:spPr bwMode="auto">
          <a:xfrm>
            <a:off x="144463" y="1357848"/>
            <a:ext cx="8820150" cy="341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cmpd="thinThick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charset="0"/>
              </a:defRPr>
            </a:lvl1pPr>
            <a:lvl2pPr marL="541338" eaLnBrk="0" hangingPunct="0">
              <a:defRPr sz="3600">
                <a:solidFill>
                  <a:schemeClr val="tx1"/>
                </a:solidFill>
                <a:latin typeface="Arial" charset="0"/>
              </a:defRPr>
            </a:lvl2pPr>
            <a:lvl3pPr marL="998538" eaLnBrk="0" hangingPunct="0">
              <a:defRPr sz="3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charset="0"/>
              </a:defRPr>
            </a:lvl5pPr>
            <a:lvl6pPr marL="2514600" indent="-228600" algn="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6pPr>
            <a:lvl7pPr marL="2971800" indent="-228600" algn="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7pPr>
            <a:lvl8pPr marL="3429000" indent="-228600" algn="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8pPr>
            <a:lvl9pPr marL="3886200" indent="-228600" algn="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 eaLnBrk="1" hangingPunct="1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Font typeface="Wingdings" pitchFamily="2" charset="2"/>
              <a:buNone/>
            </a:pPr>
            <a:r>
              <a:rPr lang="pt-BR" altLang="pt-BR" sz="2000" dirty="0">
                <a:latin typeface="+mn-lt"/>
              </a:rPr>
              <a:t>Criação da EAP (WBS)</a:t>
            </a:r>
          </a:p>
          <a:p>
            <a:pPr lvl="1" algn="just" eaLnBrk="1" hangingPunct="1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Font typeface="Wingdings" pitchFamily="2" charset="2"/>
              <a:buChar char="§"/>
            </a:pPr>
            <a:r>
              <a:rPr lang="pt-BR" altLang="pt-BR" sz="2000" dirty="0" smtClean="0">
                <a:latin typeface="+mn-lt"/>
              </a:rPr>
              <a:t>Subdivisão </a:t>
            </a:r>
            <a:r>
              <a:rPr lang="pt-BR" altLang="pt-BR" sz="2000" dirty="0">
                <a:latin typeface="+mn-lt"/>
              </a:rPr>
              <a:t>(hierárquica) das principais entregas do projeto e do trabalho do projeto </a:t>
            </a:r>
          </a:p>
          <a:p>
            <a:pPr lvl="1" algn="just" eaLnBrk="1" hangingPunct="1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Font typeface="Wingdings" pitchFamily="2" charset="2"/>
              <a:buChar char="§"/>
            </a:pPr>
            <a:r>
              <a:rPr lang="pt-BR" altLang="pt-BR" sz="2000" dirty="0">
                <a:latin typeface="+mn-lt"/>
              </a:rPr>
              <a:t>Define o escopo total do trabalho</a:t>
            </a:r>
          </a:p>
          <a:p>
            <a:pPr lvl="1" algn="just" eaLnBrk="1" hangingPunct="1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Font typeface="Wingdings" pitchFamily="2" charset="2"/>
              <a:buChar char="§"/>
            </a:pPr>
            <a:r>
              <a:rPr lang="pt-BR" altLang="pt-BR" sz="2000" dirty="0">
                <a:latin typeface="+mn-lt"/>
              </a:rPr>
              <a:t>Serve para o entendimento comum do projeto</a:t>
            </a:r>
          </a:p>
          <a:p>
            <a:pPr lvl="1" algn="just" eaLnBrk="1" hangingPunct="1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Font typeface="Wingdings" pitchFamily="2" charset="2"/>
              <a:buChar char="§"/>
            </a:pPr>
            <a:r>
              <a:rPr lang="pt-BR" altLang="pt-BR" sz="2000" dirty="0">
                <a:latin typeface="+mn-lt"/>
              </a:rPr>
              <a:t>Deve conter todos os produtos (entregas) do projeto</a:t>
            </a:r>
          </a:p>
          <a:p>
            <a:pPr lvl="1" algn="just" eaLnBrk="1" hangingPunct="1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Font typeface="Wingdings" pitchFamily="2" charset="2"/>
              <a:buChar char="§"/>
            </a:pPr>
            <a:r>
              <a:rPr lang="pt-BR" altLang="pt-BR" sz="2000" dirty="0">
                <a:latin typeface="+mn-lt"/>
              </a:rPr>
              <a:t>A equipe de projeto deve determinar o nível de decomposição do projeto. </a:t>
            </a:r>
          </a:p>
          <a:p>
            <a:pPr lvl="2" algn="just" eaLnBrk="1" hangingPunct="1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Font typeface="Wingdings" pitchFamily="2" charset="2"/>
              <a:buChar char="§"/>
            </a:pPr>
            <a:r>
              <a:rPr lang="pt-BR" altLang="pt-BR" sz="2000" dirty="0">
                <a:latin typeface="+mn-lt"/>
              </a:rPr>
              <a:t>A decomposição deve ser até o nível de pacote de trabalho ou nível gerenciável – custo, qualidade e prazo – e codificada para sumarizar o custo</a:t>
            </a:r>
          </a:p>
        </p:txBody>
      </p:sp>
    </p:spTree>
    <p:extLst>
      <p:ext uri="{BB962C8B-B14F-4D97-AF65-F5344CB8AC3E}">
        <p14:creationId xmlns:p14="http://schemas.microsoft.com/office/powerpoint/2010/main" val="42407425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Exemplo de estrutura analítica do projeto</a:t>
            </a:r>
            <a:endParaRPr lang="pt-BR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319788"/>
            <a:ext cx="6724650" cy="379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37810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Criação da EAP - Exemplo</a:t>
            </a:r>
            <a:endParaRPr lang="pt-BR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215" y="1311694"/>
            <a:ext cx="6989585" cy="38318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717044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Criação da EAP - Exemplo</a:t>
            </a:r>
            <a:endParaRPr lang="pt-BR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1298689"/>
            <a:ext cx="5896987" cy="3784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424713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107951" y="627460"/>
            <a:ext cx="88947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cmpd="thinThick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charset="0"/>
              </a:defRPr>
            </a:lvl5pPr>
            <a:lvl6pPr marL="2514600" indent="-228600" algn="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6pPr>
            <a:lvl7pPr marL="2971800" indent="-228600" algn="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7pPr>
            <a:lvl8pPr marL="3429000" indent="-228600" algn="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8pPr>
            <a:lvl9pPr marL="3886200" indent="-228600" algn="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endParaRPr lang="en-US" altLang="pt-BR" sz="2400"/>
          </a:p>
        </p:txBody>
      </p:sp>
      <p:sp>
        <p:nvSpPr>
          <p:cNvPr id="13315" name="Text Box 3"/>
          <p:cNvSpPr txBox="1">
            <a:spLocks noChangeAspect="1" noChangeArrowheads="1"/>
          </p:cNvSpPr>
          <p:nvPr/>
        </p:nvSpPr>
        <p:spPr bwMode="auto">
          <a:xfrm>
            <a:off x="107951" y="323731"/>
            <a:ext cx="8820150" cy="800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cmpd="thinThick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charset="0"/>
              </a:defRPr>
            </a:lvl1pPr>
            <a:lvl2pPr marL="541338" eaLnBrk="0" hangingPunct="0">
              <a:defRPr sz="3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charset="0"/>
              </a:defRPr>
            </a:lvl5pPr>
            <a:lvl6pPr marL="2514600" indent="-228600" algn="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6pPr>
            <a:lvl7pPr marL="2971800" indent="-228600" algn="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7pPr>
            <a:lvl8pPr marL="3429000" indent="-228600" algn="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8pPr>
            <a:lvl9pPr marL="3886200" indent="-228600" algn="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 eaLnBrk="1" hangingPunct="1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Font typeface="Wingdings" pitchFamily="2" charset="2"/>
              <a:buNone/>
            </a:pPr>
            <a:endParaRPr lang="pt-BR" altLang="pt-BR" sz="2400" dirty="0">
              <a:latin typeface="Times New Roman" pitchFamily="18" charset="0"/>
            </a:endParaRPr>
          </a:p>
          <a:p>
            <a:pPr lvl="1" algn="just" eaLnBrk="1" hangingPunct="1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Font typeface="Wingdings" pitchFamily="2" charset="2"/>
              <a:buNone/>
            </a:pPr>
            <a:endParaRPr lang="pt-BR" altLang="pt-BR" sz="2000" i="1" dirty="0">
              <a:latin typeface="Times New Roman" pitchFamily="18" charset="0"/>
            </a:endParaRPr>
          </a:p>
        </p:txBody>
      </p:sp>
      <p:sp>
        <p:nvSpPr>
          <p:cNvPr id="13316" name="Rectangle 5"/>
          <p:cNvSpPr>
            <a:spLocks noChangeArrowheads="1"/>
          </p:cNvSpPr>
          <p:nvPr/>
        </p:nvSpPr>
        <p:spPr bwMode="auto">
          <a:xfrm>
            <a:off x="156583" y="1311692"/>
            <a:ext cx="8821739" cy="35271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charset="0"/>
              </a:defRPr>
            </a:lvl5pPr>
            <a:lvl6pPr marL="2514600" indent="-228600" algn="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6pPr>
            <a:lvl7pPr marL="2971800" indent="-228600" algn="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7pPr>
            <a:lvl8pPr marL="3429000" indent="-228600" algn="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8pPr>
            <a:lvl9pPr marL="3886200" indent="-228600" algn="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 eaLnBrk="1" hangingPunct="1">
              <a:lnSpc>
                <a:spcPct val="90000"/>
              </a:lnSpc>
              <a:spcBef>
                <a:spcPct val="20000"/>
              </a:spcBef>
            </a:pPr>
            <a:r>
              <a:rPr lang="pt-BR" altLang="pt-BR" sz="1800" dirty="0">
                <a:latin typeface="Times New Roman" pitchFamily="18" charset="0"/>
              </a:rPr>
              <a:t>1 – Colocar no primeiro nível da EAP o nome do projeto</a:t>
            </a:r>
          </a:p>
          <a:p>
            <a:pPr algn="just" eaLnBrk="1" hangingPunct="1">
              <a:lnSpc>
                <a:spcPct val="90000"/>
              </a:lnSpc>
              <a:spcBef>
                <a:spcPct val="20000"/>
              </a:spcBef>
            </a:pPr>
            <a:endParaRPr lang="pt-BR" altLang="pt-BR" sz="1800" dirty="0">
              <a:latin typeface="Times New Roman" pitchFamily="18" charset="0"/>
            </a:endParaRPr>
          </a:p>
          <a:p>
            <a:pPr algn="just" eaLnBrk="1" hangingPunct="1">
              <a:lnSpc>
                <a:spcPct val="90000"/>
              </a:lnSpc>
              <a:spcBef>
                <a:spcPct val="20000"/>
              </a:spcBef>
            </a:pPr>
            <a:r>
              <a:rPr lang="pt-BR" altLang="pt-BR" sz="1800" dirty="0">
                <a:latin typeface="Times New Roman" pitchFamily="18" charset="0"/>
              </a:rPr>
              <a:t>2 – Colocar no segundo nível da EAP as fases do ciclo de vida do projeto</a:t>
            </a:r>
          </a:p>
          <a:p>
            <a:pPr algn="just" eaLnBrk="1" hangingPunct="1">
              <a:lnSpc>
                <a:spcPct val="90000"/>
              </a:lnSpc>
              <a:spcBef>
                <a:spcPct val="20000"/>
              </a:spcBef>
            </a:pPr>
            <a:endParaRPr lang="pt-BR" altLang="pt-BR" sz="1800" dirty="0">
              <a:latin typeface="Times New Roman" pitchFamily="18" charset="0"/>
            </a:endParaRPr>
          </a:p>
          <a:p>
            <a:pPr algn="just" eaLnBrk="1" hangingPunct="1">
              <a:lnSpc>
                <a:spcPct val="90000"/>
              </a:lnSpc>
              <a:spcBef>
                <a:spcPct val="20000"/>
              </a:spcBef>
            </a:pPr>
            <a:r>
              <a:rPr lang="pt-BR" altLang="pt-BR" sz="1800" dirty="0">
                <a:latin typeface="Times New Roman" pitchFamily="18" charset="0"/>
              </a:rPr>
              <a:t>3 – Colocar no terceiro nível os elementos de trabalho que possibilitem o gerenciamento do projeto</a:t>
            </a:r>
          </a:p>
          <a:p>
            <a:pPr algn="just" eaLnBrk="1" hangingPunct="1">
              <a:lnSpc>
                <a:spcPct val="90000"/>
              </a:lnSpc>
              <a:spcBef>
                <a:spcPct val="20000"/>
              </a:spcBef>
            </a:pPr>
            <a:endParaRPr lang="pt-BR" altLang="pt-BR" sz="1800" dirty="0">
              <a:latin typeface="Times New Roman" pitchFamily="18" charset="0"/>
            </a:endParaRPr>
          </a:p>
          <a:p>
            <a:pPr algn="just" eaLnBrk="1" hangingPunct="1">
              <a:lnSpc>
                <a:spcPct val="90000"/>
              </a:lnSpc>
              <a:spcBef>
                <a:spcPct val="20000"/>
              </a:spcBef>
            </a:pPr>
            <a:r>
              <a:rPr lang="pt-BR" altLang="pt-BR" sz="1800" dirty="0">
                <a:latin typeface="Times New Roman" pitchFamily="18" charset="0"/>
              </a:rPr>
              <a:t>4 – Identificar todos os </a:t>
            </a:r>
            <a:r>
              <a:rPr lang="pt-BR" altLang="pt-BR" sz="1800" dirty="0" err="1">
                <a:latin typeface="Times New Roman" pitchFamily="18" charset="0"/>
              </a:rPr>
              <a:t>sub-produtos</a:t>
            </a:r>
            <a:r>
              <a:rPr lang="pt-BR" altLang="pt-BR" sz="1800" dirty="0">
                <a:latin typeface="Times New Roman" pitchFamily="18" charset="0"/>
              </a:rPr>
              <a:t> necessários para que seja alcançado o sucesso final do projeto</a:t>
            </a:r>
          </a:p>
          <a:p>
            <a:pPr algn="just" eaLnBrk="1" hangingPunct="1">
              <a:lnSpc>
                <a:spcPct val="90000"/>
              </a:lnSpc>
              <a:spcBef>
                <a:spcPct val="20000"/>
              </a:spcBef>
            </a:pPr>
            <a:endParaRPr lang="pt-BR" altLang="pt-BR" sz="1800" dirty="0">
              <a:latin typeface="Times New Roman" pitchFamily="18" charset="0"/>
            </a:endParaRPr>
          </a:p>
          <a:p>
            <a:pPr algn="just" eaLnBrk="1" hangingPunct="1">
              <a:lnSpc>
                <a:spcPct val="90000"/>
              </a:lnSpc>
              <a:spcBef>
                <a:spcPct val="20000"/>
              </a:spcBef>
            </a:pPr>
            <a:r>
              <a:rPr lang="pt-BR" altLang="pt-BR" sz="1800" dirty="0">
                <a:latin typeface="Times New Roman" pitchFamily="18" charset="0"/>
              </a:rPr>
              <a:t>5 – Completar a decomposição do trabalho até o nível dos pacotes de trabalho (até 80 horas como referência)</a:t>
            </a:r>
          </a:p>
        </p:txBody>
      </p:sp>
      <p:sp>
        <p:nvSpPr>
          <p:cNvPr id="6" name="Título 1"/>
          <p:cNvSpPr txBox="1">
            <a:spLocks/>
          </p:cNvSpPr>
          <p:nvPr/>
        </p:nvSpPr>
        <p:spPr>
          <a:xfrm>
            <a:off x="609600" y="118110"/>
            <a:ext cx="8153400" cy="1005840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pt-BR" sz="4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pt-BR" dirty="0" smtClean="0"/>
              <a:t>Criação da EAP - Dicas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69825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1560" y="267494"/>
            <a:ext cx="8153400" cy="1005840"/>
          </a:xfrm>
        </p:spPr>
        <p:txBody>
          <a:bodyPr>
            <a:normAutofit fontScale="90000"/>
          </a:bodyPr>
          <a:lstStyle/>
          <a:p>
            <a:r>
              <a:rPr lang="pt-BR" altLang="pt-BR" sz="4400" dirty="0"/>
              <a:t>Criação da EAP - Dicionário</a:t>
            </a:r>
            <a:br>
              <a:rPr lang="pt-BR" altLang="pt-BR" sz="4400" dirty="0"/>
            </a:br>
            <a:endParaRPr lang="pt-BR" dirty="0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107950" y="1347614"/>
            <a:ext cx="8820150" cy="3748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cmpd="thinThick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charset="0"/>
              </a:defRPr>
            </a:lvl1pPr>
            <a:lvl2pPr marL="441325" eaLnBrk="0" hangingPunct="0">
              <a:defRPr sz="3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charset="0"/>
              </a:defRPr>
            </a:lvl5pPr>
            <a:lvl6pPr marL="2514600" indent="-228600" algn="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6pPr>
            <a:lvl7pPr marL="2971800" indent="-228600" algn="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7pPr>
            <a:lvl8pPr marL="3429000" indent="-228600" algn="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8pPr>
            <a:lvl9pPr marL="3886200" indent="-228600" algn="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 eaLnBrk="1" hangingPunct="1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Font typeface="Wingdings" pitchFamily="2" charset="2"/>
              <a:buChar char="§"/>
            </a:pPr>
            <a:r>
              <a:rPr lang="pt-BR" altLang="pt-BR" sz="2400" dirty="0">
                <a:latin typeface="+mn-lt"/>
              </a:rPr>
              <a:t>É definido visando o controle do trabalho</a:t>
            </a:r>
          </a:p>
          <a:p>
            <a:pPr algn="just" eaLnBrk="1" hangingPunct="1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Font typeface="Wingdings" pitchFamily="2" charset="2"/>
              <a:buChar char="§"/>
            </a:pPr>
            <a:r>
              <a:rPr lang="pt-BR" altLang="pt-BR" sz="2400" dirty="0">
                <a:latin typeface="+mn-lt"/>
              </a:rPr>
              <a:t>Auxilia no estabelecimento de limites quanto ao que está incluído em cada atividade ou “</a:t>
            </a:r>
            <a:r>
              <a:rPr lang="pt-BR" altLang="pt-BR" sz="2400" dirty="0" err="1">
                <a:latin typeface="+mn-lt"/>
              </a:rPr>
              <a:t>Work</a:t>
            </a:r>
            <a:r>
              <a:rPr lang="pt-BR" altLang="pt-BR" sz="2400" dirty="0">
                <a:latin typeface="+mn-lt"/>
              </a:rPr>
              <a:t> </a:t>
            </a:r>
            <a:r>
              <a:rPr lang="pt-BR" altLang="pt-BR" sz="2400" dirty="0" err="1">
                <a:latin typeface="+mn-lt"/>
              </a:rPr>
              <a:t>Package</a:t>
            </a:r>
            <a:r>
              <a:rPr lang="pt-BR" altLang="pt-BR" sz="2400" dirty="0">
                <a:latin typeface="+mn-lt"/>
              </a:rPr>
              <a:t>”</a:t>
            </a:r>
          </a:p>
          <a:p>
            <a:pPr algn="just" eaLnBrk="1" hangingPunct="1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Font typeface="Wingdings" pitchFamily="2" charset="2"/>
              <a:buChar char="§"/>
            </a:pPr>
            <a:r>
              <a:rPr lang="pt-BR" altLang="pt-BR" sz="2400" dirty="0" smtClean="0">
                <a:latin typeface="+mn-lt"/>
              </a:rPr>
              <a:t>Pode </a:t>
            </a:r>
            <a:r>
              <a:rPr lang="pt-BR" altLang="pt-BR" sz="2400" dirty="0">
                <a:latin typeface="+mn-lt"/>
              </a:rPr>
              <a:t>conter:</a:t>
            </a:r>
          </a:p>
          <a:p>
            <a:pPr lvl="1" algn="just" eaLnBrk="1" hangingPunct="1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Font typeface="Wingdings" pitchFamily="2" charset="2"/>
              <a:buNone/>
            </a:pPr>
            <a:r>
              <a:rPr lang="pt-BR" altLang="pt-BR" sz="2400" dirty="0">
                <a:latin typeface="+mn-lt"/>
              </a:rPr>
              <a:t>-descrição da atividade</a:t>
            </a:r>
          </a:p>
          <a:p>
            <a:pPr lvl="1" algn="just" eaLnBrk="1" hangingPunct="1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Font typeface="Wingdings" pitchFamily="2" charset="2"/>
              <a:buNone/>
            </a:pPr>
            <a:r>
              <a:rPr lang="pt-BR" altLang="pt-BR" sz="2400" dirty="0">
                <a:latin typeface="+mn-lt"/>
              </a:rPr>
              <a:t>-critérios de aceitação, restrições, premissas</a:t>
            </a:r>
          </a:p>
          <a:p>
            <a:pPr lvl="1" algn="just" eaLnBrk="1" hangingPunct="1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Font typeface="Wingdings" pitchFamily="2" charset="2"/>
              <a:buNone/>
            </a:pPr>
            <a:r>
              <a:rPr lang="pt-BR" altLang="pt-BR" sz="2400" dirty="0">
                <a:latin typeface="+mn-lt"/>
              </a:rPr>
              <a:t>-códigos de controle</a:t>
            </a:r>
          </a:p>
          <a:p>
            <a:pPr lvl="1" algn="just" eaLnBrk="1" hangingPunct="1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Font typeface="Wingdings" pitchFamily="2" charset="2"/>
              <a:buNone/>
            </a:pPr>
            <a:r>
              <a:rPr lang="pt-BR" altLang="pt-BR" sz="2400" dirty="0">
                <a:latin typeface="+mn-lt"/>
              </a:rPr>
              <a:t>-cronograma de atividade e sequenciamento das atividades dentro do pacote de trabalho</a:t>
            </a:r>
          </a:p>
        </p:txBody>
      </p:sp>
    </p:spTree>
    <p:extLst>
      <p:ext uri="{BB962C8B-B14F-4D97-AF65-F5344CB8AC3E}">
        <p14:creationId xmlns:p14="http://schemas.microsoft.com/office/powerpoint/2010/main" val="29331032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Criação da EAP - Dicionário</a:t>
            </a:r>
            <a:endParaRPr lang="pt-BR" dirty="0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353258"/>
            <a:ext cx="7488833" cy="37902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355309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Exercício em sala de aula – Escopo</a:t>
            </a:r>
            <a:endParaRPr lang="pt-BR" dirty="0"/>
          </a:p>
        </p:txBody>
      </p:sp>
      <p:sp>
        <p:nvSpPr>
          <p:cNvPr id="4" name="Text Box 3"/>
          <p:cNvSpPr txBox="1">
            <a:spLocks noChangeAspect="1" noChangeArrowheads="1"/>
          </p:cNvSpPr>
          <p:nvPr/>
        </p:nvSpPr>
        <p:spPr bwMode="auto">
          <a:xfrm>
            <a:off x="290890" y="1416844"/>
            <a:ext cx="8820150" cy="35640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cmpd="thinThick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charset="0"/>
              </a:defRPr>
            </a:lvl5pPr>
            <a:lvl6pPr marL="2514600" indent="-228600" algn="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6pPr>
            <a:lvl7pPr marL="2971800" indent="-228600" algn="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7pPr>
            <a:lvl8pPr marL="3429000" indent="-228600" algn="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8pPr>
            <a:lvl9pPr marL="3886200" indent="-228600" algn="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 eaLnBrk="1" hangingPunct="1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</a:pPr>
            <a:r>
              <a:rPr lang="pt-BR" altLang="pt-BR" sz="1600" b="1" dirty="0">
                <a:latin typeface="+mn-lt"/>
              </a:rPr>
              <a:t>Estudo de Caso: Projeto - Correspondência Eletrônica nos Correios</a:t>
            </a:r>
          </a:p>
          <a:p>
            <a:pPr algn="just" eaLnBrk="1" hangingPunct="1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</a:pPr>
            <a:r>
              <a:rPr lang="pt-BR" altLang="pt-BR" sz="1600" dirty="0">
                <a:latin typeface="+mn-lt"/>
              </a:rPr>
              <a:t>Defina o escopo do projeto apresentado no texto a seguir. Identificar as informações abaixo no texto.</a:t>
            </a:r>
          </a:p>
          <a:p>
            <a:pPr algn="just" eaLnBrk="1" hangingPunct="1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</a:pPr>
            <a:r>
              <a:rPr lang="pt-BR" altLang="pt-BR" sz="1600" dirty="0">
                <a:latin typeface="+mn-lt"/>
              </a:rPr>
              <a:t>1 – Justificativa para o projeto </a:t>
            </a:r>
          </a:p>
          <a:p>
            <a:pPr algn="just" eaLnBrk="1" hangingPunct="1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</a:pPr>
            <a:r>
              <a:rPr lang="pt-BR" altLang="pt-BR" sz="1600" dirty="0">
                <a:latin typeface="+mn-lt"/>
              </a:rPr>
              <a:t>2 – Objetivo do projeto</a:t>
            </a:r>
          </a:p>
          <a:p>
            <a:pPr algn="just" eaLnBrk="1" hangingPunct="1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</a:pPr>
            <a:r>
              <a:rPr lang="pt-BR" altLang="pt-BR" sz="1600" dirty="0">
                <a:latin typeface="+mn-lt"/>
              </a:rPr>
              <a:t>3 – Descrição do produto do projeto e outros entregáveis do projeto</a:t>
            </a:r>
          </a:p>
          <a:p>
            <a:pPr algn="just" eaLnBrk="1" hangingPunct="1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</a:pPr>
            <a:r>
              <a:rPr lang="pt-BR" altLang="pt-BR" sz="1600" dirty="0">
                <a:latin typeface="+mn-lt"/>
              </a:rPr>
              <a:t>4 – Critérios de aceitação</a:t>
            </a:r>
          </a:p>
          <a:p>
            <a:pPr algn="just" eaLnBrk="1" hangingPunct="1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</a:pPr>
            <a:r>
              <a:rPr lang="pt-BR" altLang="pt-BR" sz="1600" dirty="0">
                <a:latin typeface="+mn-lt"/>
              </a:rPr>
              <a:t>5 – Premissas (hipóteses)</a:t>
            </a:r>
          </a:p>
          <a:p>
            <a:pPr algn="just" eaLnBrk="1" hangingPunct="1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</a:pPr>
            <a:r>
              <a:rPr lang="pt-BR" altLang="pt-BR" sz="1600" dirty="0">
                <a:latin typeface="+mn-lt"/>
              </a:rPr>
              <a:t>6 – Restrições</a:t>
            </a:r>
          </a:p>
          <a:p>
            <a:pPr algn="just" eaLnBrk="1" hangingPunct="1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</a:pPr>
            <a:r>
              <a:rPr lang="pt-BR" altLang="pt-BR" sz="1600" dirty="0">
                <a:latin typeface="+mn-lt"/>
              </a:rPr>
              <a:t>7 – Acompanhamento do projeto</a:t>
            </a:r>
          </a:p>
          <a:p>
            <a:pPr algn="just" eaLnBrk="1" hangingPunct="1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</a:pPr>
            <a:r>
              <a:rPr lang="pt-BR" altLang="pt-BR" sz="1600" dirty="0">
                <a:latin typeface="+mn-lt"/>
              </a:rPr>
              <a:t>8 – Riscos iniciais</a:t>
            </a:r>
          </a:p>
          <a:p>
            <a:pPr algn="just" eaLnBrk="1" hangingPunct="1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</a:pPr>
            <a:r>
              <a:rPr lang="pt-BR" altLang="pt-BR" sz="1600" dirty="0">
                <a:latin typeface="+mn-lt"/>
              </a:rPr>
              <a:t>9 – Estimativas de custo</a:t>
            </a:r>
          </a:p>
          <a:p>
            <a:pPr algn="just" eaLnBrk="1" hangingPunct="1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</a:pPr>
            <a:r>
              <a:rPr lang="pt-BR" altLang="pt-BR" sz="1600" dirty="0">
                <a:latin typeface="+mn-lt"/>
              </a:rPr>
              <a:t>10 – Cronograma de marcos</a:t>
            </a:r>
          </a:p>
        </p:txBody>
      </p:sp>
    </p:spTree>
    <p:extLst>
      <p:ext uri="{BB962C8B-B14F-4D97-AF65-F5344CB8AC3E}">
        <p14:creationId xmlns:p14="http://schemas.microsoft.com/office/powerpoint/2010/main" val="24118335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Exercício em sala de aula – Escopo</a:t>
            </a:r>
            <a:endParaRPr lang="pt-BR" dirty="0"/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736" y="1310020"/>
            <a:ext cx="6408712" cy="38230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527649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BR" sz="3600" dirty="0" smtClean="0"/>
              <a:t>Exercício em sala de aula – Estudo de Caso Iniciação</a:t>
            </a:r>
            <a:endParaRPr lang="pt-BR" sz="3600" dirty="0"/>
          </a:p>
        </p:txBody>
      </p:sp>
      <p:sp>
        <p:nvSpPr>
          <p:cNvPr id="4" name="Text Box 3"/>
          <p:cNvSpPr txBox="1">
            <a:spLocks noChangeAspect="1" noChangeArrowheads="1"/>
          </p:cNvSpPr>
          <p:nvPr/>
        </p:nvSpPr>
        <p:spPr bwMode="auto">
          <a:xfrm>
            <a:off x="144463" y="1301432"/>
            <a:ext cx="8820150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cmpd="thinThick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charset="0"/>
              </a:defRPr>
            </a:lvl5pPr>
            <a:lvl6pPr marL="2514600" indent="-228600" algn="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6pPr>
            <a:lvl7pPr marL="2971800" indent="-228600" algn="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7pPr>
            <a:lvl8pPr marL="3429000" indent="-228600" algn="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8pPr>
            <a:lvl9pPr marL="3886200" indent="-228600" algn="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 eaLnBrk="1" hangingPunct="1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Font typeface="Wingdings" pitchFamily="2" charset="2"/>
              <a:buNone/>
            </a:pPr>
            <a:r>
              <a:rPr lang="pt-BR" altLang="pt-BR" sz="2000" dirty="0">
                <a:latin typeface="Times New Roman" pitchFamily="18" charset="0"/>
              </a:rPr>
              <a:t>Estudo de Caso: Projeto correspondência eletrônica nos Correios</a:t>
            </a:r>
          </a:p>
          <a:p>
            <a:pPr algn="just" eaLnBrk="1" hangingPunct="1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Font typeface="Wingdings" pitchFamily="2" charset="2"/>
              <a:buNone/>
            </a:pPr>
            <a:r>
              <a:rPr lang="pt-BR" altLang="pt-BR" sz="2000" dirty="0">
                <a:latin typeface="Times New Roman" pitchFamily="18" charset="0"/>
              </a:rPr>
              <a:t>Outras informações sobre o estudo de caso.</a:t>
            </a:r>
          </a:p>
        </p:txBody>
      </p:sp>
      <p:graphicFrame>
        <p:nvGraphicFramePr>
          <p:cNvPr id="5" name="Objeto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0668029"/>
              </p:ext>
            </p:extLst>
          </p:nvPr>
        </p:nvGraphicFramePr>
        <p:xfrm>
          <a:off x="142871" y="2065018"/>
          <a:ext cx="8569325" cy="1327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Imagem de bitmap" r:id="rId3" imgW="7868748" imgH="1219370" progId="PBrush">
                  <p:embed/>
                </p:oleObj>
              </mc:Choice>
              <mc:Fallback>
                <p:oleObj name="Imagem de bitmap" r:id="rId3" imgW="7868748" imgH="1219370" progId="PBrush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71" y="2065018"/>
                        <a:ext cx="8569325" cy="1327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30" y="3450563"/>
            <a:ext cx="8358926" cy="1640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7224535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resentação em Tela Larga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5000"/>
                <a:satMod val="150000"/>
              </a:schemeClr>
            </a:gs>
            <a:gs pos="35000">
              <a:schemeClr val="phClr">
                <a:shade val="60000"/>
                <a:satMod val="150000"/>
              </a:schemeClr>
            </a:gs>
            <a:gs pos="100000">
              <a:schemeClr val="phClr">
                <a:tint val="97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34A09C3E02A604AA8862569A8596A32" ma:contentTypeVersion="10" ma:contentTypeDescription="Crie um novo documento." ma:contentTypeScope="" ma:versionID="9ebcba8d9189bd2d1d9ae1a9ecdf9ecf">
  <xsd:schema xmlns:xsd="http://www.w3.org/2001/XMLSchema" xmlns:xs="http://www.w3.org/2001/XMLSchema" xmlns:p="http://schemas.microsoft.com/office/2006/metadata/properties" xmlns:ns2="bcbcbace-201e-4ef7-8869-cccbfceb4df8" xmlns:ns3="bf55bb95-0e2d-49eb-8730-bda5c0a73d75" targetNamespace="http://schemas.microsoft.com/office/2006/metadata/properties" ma:root="true" ma:fieldsID="5728f961ced8355fef59faf963e69c4f" ns2:_="" ns3:_="">
    <xsd:import namespace="bcbcbace-201e-4ef7-8869-cccbfceb4df8"/>
    <xsd:import namespace="bf55bb95-0e2d-49eb-8730-bda5c0a73d7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bcbace-201e-4ef7-8869-cccbfceb4d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Marcações de imagem" ma:readOnly="false" ma:fieldId="{5cf76f15-5ced-4ddc-b409-7134ff3c332f}" ma:taxonomyMulti="true" ma:sspId="699e888a-e30d-4c0e-bef0-0db25144e5f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55bb95-0e2d-49eb-8730-bda5c0a73d75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355b3ef0-86e3-4c4b-bf32-5e67dec0a599}" ma:internalName="TaxCatchAll" ma:showField="CatchAllData" ma:web="bf55bb95-0e2d-49eb-8730-bda5c0a73d7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cbcbace-201e-4ef7-8869-cccbfceb4df8">
      <Terms xmlns="http://schemas.microsoft.com/office/infopath/2007/PartnerControls"/>
    </lcf76f155ced4ddcb4097134ff3c332f>
    <TaxCatchAll xmlns="bf55bb95-0e2d-49eb-8730-bda5c0a73d75" xsi:nil="true"/>
  </documentManagement>
</p:properties>
</file>

<file path=customXml/itemProps1.xml><?xml version="1.0" encoding="utf-8"?>
<ds:datastoreItem xmlns:ds="http://schemas.openxmlformats.org/officeDocument/2006/customXml" ds:itemID="{1264F335-1DA4-4B15-A109-970B47D49E69}"/>
</file>

<file path=customXml/itemProps2.xml><?xml version="1.0" encoding="utf-8"?>
<ds:datastoreItem xmlns:ds="http://schemas.openxmlformats.org/officeDocument/2006/customXml" ds:itemID="{871C33BD-DD6A-42C4-958D-2635B02A4245}"/>
</file>

<file path=customXml/itemProps3.xml><?xml version="1.0" encoding="utf-8"?>
<ds:datastoreItem xmlns:ds="http://schemas.openxmlformats.org/officeDocument/2006/customXml" ds:itemID="{D292D27B-74D3-4F85-BA15-34D6A0AA67B1}"/>
</file>

<file path=docProps/app.xml><?xml version="1.0" encoding="utf-8"?>
<Properties xmlns="http://schemas.openxmlformats.org/officeDocument/2006/extended-properties" xmlns:vt="http://schemas.openxmlformats.org/officeDocument/2006/docPropsVTypes">
  <Template>WidescreenPresentation</Template>
  <TotalTime>0</TotalTime>
  <Words>606</Words>
  <Application>Microsoft Office PowerPoint</Application>
  <PresentationFormat>Apresentação na tela (16:9)</PresentationFormat>
  <Paragraphs>77</Paragraphs>
  <Slides>17</Slides>
  <Notes>2</Notes>
  <HiddenSlides>0</HiddenSlides>
  <MMClips>0</MMClips>
  <ScaleCrop>false</ScaleCrop>
  <HeadingPairs>
    <vt:vector size="8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5" baseType="lpstr">
      <vt:lpstr>Arial</vt:lpstr>
      <vt:lpstr>Calibri</vt:lpstr>
      <vt:lpstr>Times New Roman</vt:lpstr>
      <vt:lpstr>Tw Cen MT</vt:lpstr>
      <vt:lpstr>Wingdings</vt:lpstr>
      <vt:lpstr>Wingdings 2</vt:lpstr>
      <vt:lpstr>Apresentação em Tela Larga</vt:lpstr>
      <vt:lpstr>Imagem de bitmap</vt:lpstr>
      <vt:lpstr>GESTÃO DE PROJETOS</vt:lpstr>
      <vt:lpstr>Planejando o Escopo</vt:lpstr>
      <vt:lpstr>Gerenciamento do escopo do projeto Fundamentos:</vt:lpstr>
      <vt:lpstr>Gerenciamento do escopo do Projeto</vt:lpstr>
      <vt:lpstr>Planejar o Gerenciamento do escopo</vt:lpstr>
      <vt:lpstr>Planejamento do Escopo</vt:lpstr>
      <vt:lpstr>Definição do Escopo</vt:lpstr>
      <vt:lpstr>Estrutura Analítica do Projeto</vt:lpstr>
      <vt:lpstr>Exemplo de estrutura analítica do projeto</vt:lpstr>
      <vt:lpstr>Criação da EAP - Exemplo</vt:lpstr>
      <vt:lpstr>Criação da EAP - Exemplo</vt:lpstr>
      <vt:lpstr>Apresentação do PowerPoint</vt:lpstr>
      <vt:lpstr>Criação da EAP - Dicionário </vt:lpstr>
      <vt:lpstr>Criação da EAP - Dicionário</vt:lpstr>
      <vt:lpstr>Exercício em sala de aula – Escopo</vt:lpstr>
      <vt:lpstr>Exercício em sala de aula – Escopo</vt:lpstr>
      <vt:lpstr>Exercício em sala de aula – Estudo de Caso Iniciação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2012-07-30T18:40:18Z</dcterms:created>
  <dcterms:modified xsi:type="dcterms:W3CDTF">2016-03-22T02:23:35Z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LCID">
    <vt:i4>1046</vt:i4>
  </property>
  <property fmtid="{D5CDD505-2E9C-101B-9397-08002B2CF9AE}" pid="3" name="_Version">
    <vt:lpwstr>12.0.4518</vt:lpwstr>
  </property>
  <property fmtid="{D5CDD505-2E9C-101B-9397-08002B2CF9AE}" pid="4" name="ContentTypeId">
    <vt:lpwstr>0x010100134A09C3E02A604AA8862569A8596A32</vt:lpwstr>
  </property>
  <property fmtid="{D5CDD505-2E9C-101B-9397-08002B2CF9AE}" pid="5" name="MediaServiceImageTags">
    <vt:lpwstr/>
  </property>
  <property fmtid="{D5CDD505-2E9C-101B-9397-08002B2CF9AE}" pid="6" name="Order">
    <vt:r8>2000</vt:r8>
  </property>
  <property fmtid="{D5CDD505-2E9C-101B-9397-08002B2CF9AE}" pid="7" name="xd_Signature">
    <vt:bool>false</vt:bool>
  </property>
  <property fmtid="{D5CDD505-2E9C-101B-9397-08002B2CF9AE}" pid="8" name="xd_ProgID">
    <vt:lpwstr/>
  </property>
  <property fmtid="{D5CDD505-2E9C-101B-9397-08002B2CF9AE}" pid="9" name="TriggerFlowInfo">
    <vt:lpwstr/>
  </property>
  <property fmtid="{D5CDD505-2E9C-101B-9397-08002B2CF9AE}" pid="10" name="_SourceUrl">
    <vt:lpwstr/>
  </property>
  <property fmtid="{D5CDD505-2E9C-101B-9397-08002B2CF9AE}" pid="11" name="_SharedFileIndex">
    <vt:lpwstr/>
  </property>
  <property fmtid="{D5CDD505-2E9C-101B-9397-08002B2CF9AE}" pid="12" name="ComplianceAssetId">
    <vt:lpwstr/>
  </property>
  <property fmtid="{D5CDD505-2E9C-101B-9397-08002B2CF9AE}" pid="13" name="TemplateUrl">
    <vt:lpwstr/>
  </property>
  <property fmtid="{D5CDD505-2E9C-101B-9397-08002B2CF9AE}" pid="14" name="_ExtendedDescription">
    <vt:lpwstr/>
  </property>
</Properties>
</file>