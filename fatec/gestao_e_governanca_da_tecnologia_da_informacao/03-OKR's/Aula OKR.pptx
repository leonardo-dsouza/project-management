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72" r:id="rId5"/>
    <p:sldId id="257" r:id="rId6"/>
    <p:sldId id="271" r:id="rId7"/>
    <p:sldId id="258" r:id="rId8"/>
    <p:sldId id="267" r:id="rId9"/>
    <p:sldId id="268" r:id="rId10"/>
    <p:sldId id="264" r:id="rId11"/>
    <p:sldId id="265" r:id="rId12"/>
    <p:sldId id="266" r:id="rId13"/>
    <p:sldId id="269" r:id="rId14"/>
    <p:sldId id="270" r:id="rId15"/>
    <p:sldId id="273" r:id="rId16"/>
    <p:sldId id="274" r:id="rId17"/>
    <p:sldId id="275" r:id="rId1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7CED22-428B-2B63-26ED-AEDC1428EF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71DCA59-DCC1-1720-B760-0F602642B2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54E74DF-907F-20A7-526F-F98621A81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70897-3B61-4B9F-A572-DD8B8B39D7F7}" type="datetimeFigureOut">
              <a:rPr lang="pt-BR" smtClean="0"/>
              <a:t>02/10/2024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E1DE078-C782-598D-10DF-BB73A2026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2B9CD89-1E81-AE7F-93F0-11784C83E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50DFA-0E31-4035-A212-436C911540C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2186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95CDF3-C3D6-C8F3-A26C-CF132B45F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BC73205-8B2D-DAB0-CFEE-FC44705FD3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AF21806-0E27-EC5B-0338-056B1A403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70897-3B61-4B9F-A572-DD8B8B39D7F7}" type="datetimeFigureOut">
              <a:rPr lang="pt-BR" smtClean="0"/>
              <a:t>02/10/2024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888BD96-EBF8-560D-989B-814101FF3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D5F488-B6BF-87E5-00EE-37CFDB4D1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50DFA-0E31-4035-A212-436C911540C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8744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2F9232-D741-601A-F0BD-40AB042CA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0D09EC7-B49E-7557-664B-008C352DA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B9926B0-CC01-7BFE-531B-58FD22B13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70897-3B61-4B9F-A572-DD8B8B39D7F7}" type="datetimeFigureOut">
              <a:rPr lang="pt-BR" smtClean="0"/>
              <a:t>02/10/2024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ED0B879-CFE7-D235-A1CF-9CE3E0987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9936145-B272-B744-2833-63897D491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50DFA-0E31-4035-A212-436C911540C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6769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51A76E-D31F-FC6E-7613-865A4DFFF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97EA6AC-5820-C2CA-AD37-2C460DF930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7B51CD2-62EF-A9C6-C1AB-BC89995542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00141A9-7E40-64D7-D421-0CA7106BA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70897-3B61-4B9F-A572-DD8B8B39D7F7}" type="datetimeFigureOut">
              <a:rPr lang="pt-BR" smtClean="0"/>
              <a:t>02/10/2024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87AF63D-E5E8-20D6-5226-2A8115C3C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34D6898-9B96-66AD-A036-2EEE6388B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50DFA-0E31-4035-A212-436C911540C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5643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60E0CA-0A66-3065-5F0A-056EF21A5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52C863A-3F32-EEFE-086C-ABFC45EC0F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1BA274E-E131-2807-2A0D-1ECCB28581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207BCF6-3888-F363-0462-7169FF1A19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A9E63BB-50E5-ADC8-613E-2D1D74DE63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9B79211-43E7-6AEC-ECA7-369F0E82A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70897-3B61-4B9F-A572-DD8B8B39D7F7}" type="datetimeFigureOut">
              <a:rPr lang="pt-BR" smtClean="0"/>
              <a:t>02/10/2024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D835CFD-ED1A-70A0-D5E9-83011AC67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461744C-DEB9-9D63-365C-4475E5305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50DFA-0E31-4035-A212-436C911540C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7923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470E2F-047E-633E-D141-660FFA67A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D470977-3340-2633-245D-369B61DD1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70897-3B61-4B9F-A572-DD8B8B39D7F7}" type="datetimeFigureOut">
              <a:rPr lang="pt-BR" smtClean="0"/>
              <a:t>02/10/2024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0D41DAC-C7C8-A1D7-DD4A-D670271C4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1D5F4ED-1256-EA8B-55BF-AA81672F9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50DFA-0E31-4035-A212-436C911540C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1463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03BDB1D-AC84-A56B-FE16-46E37FD37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70897-3B61-4B9F-A572-DD8B8B39D7F7}" type="datetimeFigureOut">
              <a:rPr lang="pt-BR" smtClean="0"/>
              <a:t>02/10/2024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D5027DD-551A-5E81-DF10-3DA15F834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7918FF3-2764-5550-3711-52D4F24D1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50DFA-0E31-4035-A212-436C911540C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9340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7348E5-EF30-809F-288C-9CCE780CA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D6F6F4A-7529-0EC0-8405-FEA4F44327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4A3FA3D-1457-15A5-769B-D531E45223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BEAA09C-FE07-7B0C-F45F-3F96FA9C5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70897-3B61-4B9F-A572-DD8B8B39D7F7}" type="datetimeFigureOut">
              <a:rPr lang="pt-BR" smtClean="0"/>
              <a:t>02/10/2024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A265F53-BD14-6D70-F207-D3A0D2839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50B8E56-AC7D-DCDA-4270-2640304B3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50DFA-0E31-4035-A212-436C911540C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7236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F6EABB-4BED-2418-800B-07AD293A2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B8F711F-DC2D-CF42-3821-346B75FB8C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BBD8B2A-1DF2-6029-96D7-1941D4E616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355887E-7BE3-16FB-FCAB-3B1727CED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70897-3B61-4B9F-A572-DD8B8B39D7F7}" type="datetimeFigureOut">
              <a:rPr lang="pt-BR" smtClean="0"/>
              <a:t>02/10/2024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7DE6F37-94FF-F72B-6BB7-60283785F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7B2B5C7-4908-039B-7192-DDEEE2337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50DFA-0E31-4035-A212-436C911540C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9876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7FC09E-39FA-E60C-2D59-6130CF7AB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CD377BC-B311-0023-D29F-CB3C2C1910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A88E06B-6EEC-40BC-4F2C-C1F45989E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70897-3B61-4B9F-A572-DD8B8B39D7F7}" type="datetimeFigureOut">
              <a:rPr lang="pt-BR" smtClean="0"/>
              <a:t>02/10/2024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9B7EC0F-7113-A02E-6240-C440B3AB9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E1EB585-FAD7-10FB-95A3-122CCC1AB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50DFA-0E31-4035-A212-436C911540C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6598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87214CC-20B6-7FAB-BB15-D9255F8D2E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79D4A91-782E-9C37-E0C2-B094F931F0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D12D842-7127-A0F5-C244-C9EA87F40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70897-3B61-4B9F-A572-DD8B8B39D7F7}" type="datetimeFigureOut">
              <a:rPr lang="pt-BR" smtClean="0"/>
              <a:t>02/10/2024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5B7EFA4-804C-9BDB-B3AD-E830F8641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7DD1E96-417E-EAA4-B022-5C9285086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50DFA-0E31-4035-A212-436C911540C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4212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alpha val="5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033B8D0-A8A3-4B5F-EC88-28A0F6122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51BD294-7700-0850-00F7-305F7EBDC2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EEDA1E-B486-56D2-145E-A907D5CBC4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C70897-3B61-4B9F-A572-DD8B8B39D7F7}" type="datetimeFigureOut">
              <a:rPr lang="pt-BR" smtClean="0"/>
              <a:t>02/10/2024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CBDBE1D-F978-4DEF-1E04-C4AA230F45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4FCC04A-0AE4-960A-6A66-12A204ADDB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650DFA-0E31-4035-A212-436C911540C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9021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C7F55EAC-550A-4BDD-9099-3F20B8FA0E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Freeform: Shape 1032">
            <a:extLst>
              <a:ext uri="{FF2B5EF4-FFF2-40B4-BE49-F238E27FC236}">
                <a16:creationId xmlns:a16="http://schemas.microsoft.com/office/drawing/2014/main" id="{DC4F5A5F-493F-49AE-89B6-D5AF5EBC8B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6724001 w 12192000"/>
              <a:gd name="connsiteY0" fmla="*/ 434021 h 6858000"/>
              <a:gd name="connsiteX1" fmla="*/ 6471155 w 12192000"/>
              <a:gd name="connsiteY1" fmla="*/ 434599 h 6858000"/>
              <a:gd name="connsiteX2" fmla="*/ 5384913 w 12192000"/>
              <a:gd name="connsiteY2" fmla="*/ 497971 h 6858000"/>
              <a:gd name="connsiteX3" fmla="*/ 4818280 w 12192000"/>
              <a:gd name="connsiteY3" fmla="*/ 541802 h 6858000"/>
              <a:gd name="connsiteX4" fmla="*/ 3965428 w 12192000"/>
              <a:gd name="connsiteY4" fmla="*/ 675942 h 6858000"/>
              <a:gd name="connsiteX5" fmla="*/ 3699528 w 12192000"/>
              <a:gd name="connsiteY5" fmla="*/ 770472 h 6858000"/>
              <a:gd name="connsiteX6" fmla="*/ 3438854 w 12192000"/>
              <a:gd name="connsiteY6" fmla="*/ 834899 h 6858000"/>
              <a:gd name="connsiteX7" fmla="*/ 3367443 w 12192000"/>
              <a:gd name="connsiteY7" fmla="*/ 893518 h 6858000"/>
              <a:gd name="connsiteX8" fmla="*/ 3467301 w 12192000"/>
              <a:gd name="connsiteY8" fmla="*/ 953722 h 6858000"/>
              <a:gd name="connsiteX9" fmla="*/ 3889955 w 12192000"/>
              <a:gd name="connsiteY9" fmla="*/ 977486 h 6858000"/>
              <a:gd name="connsiteX10" fmla="*/ 3502135 w 12192000"/>
              <a:gd name="connsiteY10" fmla="*/ 1054062 h 6858000"/>
              <a:gd name="connsiteX11" fmla="*/ 4072832 w 12192000"/>
              <a:gd name="connsiteY11" fmla="*/ 1017622 h 6858000"/>
              <a:gd name="connsiteX12" fmla="*/ 4244099 w 12192000"/>
              <a:gd name="connsiteY12" fmla="*/ 1030825 h 6858000"/>
              <a:gd name="connsiteX13" fmla="*/ 4095475 w 12192000"/>
              <a:gd name="connsiteY13" fmla="*/ 1092084 h 6858000"/>
              <a:gd name="connsiteX14" fmla="*/ 3327386 w 12192000"/>
              <a:gd name="connsiteY14" fmla="*/ 1215660 h 6858000"/>
              <a:gd name="connsiteX15" fmla="*/ 3254813 w 12192000"/>
              <a:gd name="connsiteY15" fmla="*/ 1226749 h 6858000"/>
              <a:gd name="connsiteX16" fmla="*/ 2776427 w 12192000"/>
              <a:gd name="connsiteY16" fmla="*/ 1401552 h 6858000"/>
              <a:gd name="connsiteX17" fmla="*/ 3063226 w 12192000"/>
              <a:gd name="connsiteY17" fmla="*/ 1384124 h 6858000"/>
              <a:gd name="connsiteX18" fmla="*/ 2754945 w 12192000"/>
              <a:gd name="connsiteY18" fmla="*/ 1495025 h 6858000"/>
              <a:gd name="connsiteX19" fmla="*/ 2381061 w 12192000"/>
              <a:gd name="connsiteY19" fmla="*/ 1619658 h 6858000"/>
              <a:gd name="connsiteX20" fmla="*/ 2008336 w 12192000"/>
              <a:gd name="connsiteY20" fmla="*/ 1814527 h 6858000"/>
              <a:gd name="connsiteX21" fmla="*/ 1740695 w 12192000"/>
              <a:gd name="connsiteY21" fmla="*/ 1914337 h 6858000"/>
              <a:gd name="connsiteX22" fmla="*/ 1787720 w 12192000"/>
              <a:gd name="connsiteY22" fmla="*/ 1991970 h 6858000"/>
              <a:gd name="connsiteX23" fmla="*/ 1754048 w 12192000"/>
              <a:gd name="connsiteY23" fmla="*/ 2078049 h 6858000"/>
              <a:gd name="connsiteX24" fmla="*/ 2228951 w 12192000"/>
              <a:gd name="connsiteY24" fmla="*/ 1996721 h 6858000"/>
              <a:gd name="connsiteX25" fmla="*/ 2054781 w 12192000"/>
              <a:gd name="connsiteY25" fmla="*/ 2053228 h 6858000"/>
              <a:gd name="connsiteX26" fmla="*/ 1985693 w 12192000"/>
              <a:gd name="connsiteY26" fmla="*/ 2109207 h 6858000"/>
              <a:gd name="connsiteX27" fmla="*/ 2061168 w 12192000"/>
              <a:gd name="connsiteY27" fmla="*/ 2130859 h 6858000"/>
              <a:gd name="connsiteX28" fmla="*/ 2388026 w 12192000"/>
              <a:gd name="connsiteY28" fmla="*/ 2184726 h 6858000"/>
              <a:gd name="connsiteX29" fmla="*/ 1560719 w 12192000"/>
              <a:gd name="connsiteY29" fmla="*/ 2384876 h 6858000"/>
              <a:gd name="connsiteX30" fmla="*/ 1679734 w 12192000"/>
              <a:gd name="connsiteY30" fmla="*/ 2400191 h 6858000"/>
              <a:gd name="connsiteX31" fmla="*/ 2882089 w 12192000"/>
              <a:gd name="connsiteY31" fmla="*/ 2383292 h 6858000"/>
              <a:gd name="connsiteX32" fmla="*/ 3116638 w 12192000"/>
              <a:gd name="connsiteY32" fmla="*/ 2359528 h 6858000"/>
              <a:gd name="connsiteX33" fmla="*/ 2897765 w 12192000"/>
              <a:gd name="connsiteY33" fmla="*/ 2758243 h 6858000"/>
              <a:gd name="connsiteX34" fmla="*/ 2981367 w 12192000"/>
              <a:gd name="connsiteY34" fmla="*/ 2829008 h 6858000"/>
              <a:gd name="connsiteX35" fmla="*/ 2682955 w 12192000"/>
              <a:gd name="connsiteY35" fmla="*/ 2846436 h 6858000"/>
              <a:gd name="connsiteX36" fmla="*/ 2099485 w 12192000"/>
              <a:gd name="connsiteY36" fmla="*/ 3066653 h 6858000"/>
              <a:gd name="connsiteX37" fmla="*/ 1807460 w 12192000"/>
              <a:gd name="connsiteY37" fmla="*/ 3454808 h 6858000"/>
              <a:gd name="connsiteX38" fmla="*/ 1921251 w 12192000"/>
              <a:gd name="connsiteY38" fmla="*/ 3540889 h 6858000"/>
              <a:gd name="connsiteX39" fmla="*/ 1453313 w 12192000"/>
              <a:gd name="connsiteY39" fmla="*/ 3637002 h 6858000"/>
              <a:gd name="connsiteX40" fmla="*/ 1686122 w 12192000"/>
              <a:gd name="connsiteY40" fmla="*/ 3667634 h 6858000"/>
              <a:gd name="connsiteX41" fmla="*/ 1513692 w 12192000"/>
              <a:gd name="connsiteY41" fmla="*/ 3725196 h 6858000"/>
              <a:gd name="connsiteX42" fmla="*/ 1369711 w 12192000"/>
              <a:gd name="connsiteY42" fmla="*/ 3826063 h 6858000"/>
              <a:gd name="connsiteX43" fmla="*/ 2051298 w 12192000"/>
              <a:gd name="connsiteY43" fmla="*/ 3754242 h 6858000"/>
              <a:gd name="connsiteX44" fmla="*/ 2245207 w 12192000"/>
              <a:gd name="connsiteY44" fmla="*/ 3797018 h 6858000"/>
              <a:gd name="connsiteX45" fmla="*/ 2353192 w 12192000"/>
              <a:gd name="connsiteY45" fmla="*/ 3796489 h 6858000"/>
              <a:gd name="connsiteX46" fmla="*/ 2490207 w 12192000"/>
              <a:gd name="connsiteY46" fmla="*/ 3801242 h 6858000"/>
              <a:gd name="connsiteX47" fmla="*/ 2375835 w 12192000"/>
              <a:gd name="connsiteY47" fmla="*/ 3839794 h 6858000"/>
              <a:gd name="connsiteX48" fmla="*/ 2522138 w 12192000"/>
              <a:gd name="connsiteY48" fmla="*/ 4009841 h 6858000"/>
              <a:gd name="connsiteX49" fmla="*/ 1998466 w 12192000"/>
              <a:gd name="connsiteY49" fmla="*/ 4130778 h 6858000"/>
              <a:gd name="connsiteX50" fmla="*/ 2114580 w 12192000"/>
              <a:gd name="connsiteY50" fmla="*/ 4154543 h 6858000"/>
              <a:gd name="connsiteX51" fmla="*/ 2177862 w 12192000"/>
              <a:gd name="connsiteY51" fmla="*/ 4189925 h 6858000"/>
              <a:gd name="connsiteX52" fmla="*/ 1868419 w 12192000"/>
              <a:gd name="connsiteY52" fmla="*/ 4382153 h 6858000"/>
              <a:gd name="connsiteX53" fmla="*/ 2279460 w 12192000"/>
              <a:gd name="connsiteY53" fmla="*/ 4356805 h 6858000"/>
              <a:gd name="connsiteX54" fmla="*/ 2029817 w 12192000"/>
              <a:gd name="connsiteY54" fmla="*/ 4468235 h 6858000"/>
              <a:gd name="connsiteX55" fmla="*/ 1560137 w 12192000"/>
              <a:gd name="connsiteY55" fmla="*/ 4730172 h 6858000"/>
              <a:gd name="connsiteX56" fmla="*/ 1956664 w 12192000"/>
              <a:gd name="connsiteY56" fmla="*/ 4820477 h 6858000"/>
              <a:gd name="connsiteX57" fmla="*/ 3268168 w 12192000"/>
              <a:gd name="connsiteY57" fmla="*/ 4852692 h 6858000"/>
              <a:gd name="connsiteX58" fmla="*/ 2807197 w 12192000"/>
              <a:gd name="connsiteY58" fmla="*/ 4939300 h 6858000"/>
              <a:gd name="connsiteX59" fmla="*/ 2721272 w 12192000"/>
              <a:gd name="connsiteY59" fmla="*/ 4970458 h 6858000"/>
              <a:gd name="connsiteX60" fmla="*/ 2802552 w 12192000"/>
              <a:gd name="connsiteY60" fmla="*/ 5014291 h 6858000"/>
              <a:gd name="connsiteX61" fmla="*/ 2537812 w 12192000"/>
              <a:gd name="connsiteY61" fmla="*/ 5053898 h 6858000"/>
              <a:gd name="connsiteX62" fmla="*/ 2569744 w 12192000"/>
              <a:gd name="connsiteY62" fmla="*/ 5153182 h 6858000"/>
              <a:gd name="connsiteX63" fmla="*/ 1987436 w 12192000"/>
              <a:gd name="connsiteY63" fmla="*/ 5334320 h 6858000"/>
              <a:gd name="connsiteX64" fmla="*/ 1972921 w 12192000"/>
              <a:gd name="connsiteY64" fmla="*/ 5382376 h 6858000"/>
              <a:gd name="connsiteX65" fmla="*/ 2341001 w 12192000"/>
              <a:gd name="connsiteY65" fmla="*/ 5360725 h 6858000"/>
              <a:gd name="connsiteX66" fmla="*/ 2710822 w 12192000"/>
              <a:gd name="connsiteY66" fmla="*/ 5418816 h 6858000"/>
              <a:gd name="connsiteX67" fmla="*/ 2833903 w 12192000"/>
              <a:gd name="connsiteY67" fmla="*/ 5413007 h 6858000"/>
              <a:gd name="connsiteX68" fmla="*/ 3011556 w 12192000"/>
              <a:gd name="connsiteY68" fmla="*/ 5399276 h 6858000"/>
              <a:gd name="connsiteX69" fmla="*/ 3254233 w 12192000"/>
              <a:gd name="connsiteY69" fmla="*/ 5439412 h 6858000"/>
              <a:gd name="connsiteX70" fmla="*/ 2792101 w 12192000"/>
              <a:gd name="connsiteY70" fmla="*/ 5471625 h 6858000"/>
              <a:gd name="connsiteX71" fmla="*/ 2977303 w 12192000"/>
              <a:gd name="connsiteY71" fmla="*/ 5539751 h 6858000"/>
              <a:gd name="connsiteX72" fmla="*/ 3656566 w 12192000"/>
              <a:gd name="connsiteY72" fmla="*/ 5678642 h 6858000"/>
              <a:gd name="connsiteX73" fmla="*/ 4858340 w 12192000"/>
              <a:gd name="connsiteY73" fmla="*/ 5969625 h 6858000"/>
              <a:gd name="connsiteX74" fmla="*/ 5296668 w 12192000"/>
              <a:gd name="connsiteY74" fmla="*/ 6043559 h 6858000"/>
              <a:gd name="connsiteX75" fmla="*/ 5456323 w 12192000"/>
              <a:gd name="connsiteY75" fmla="*/ 6042502 h 6858000"/>
              <a:gd name="connsiteX76" fmla="*/ 5267058 w 12192000"/>
              <a:gd name="connsiteY76" fmla="*/ 6100066 h 6858000"/>
              <a:gd name="connsiteX77" fmla="*/ 7095266 w 12192000"/>
              <a:gd name="connsiteY77" fmla="*/ 6287541 h 6858000"/>
              <a:gd name="connsiteX78" fmla="*/ 9707235 w 12192000"/>
              <a:gd name="connsiteY78" fmla="*/ 5994446 h 6858000"/>
              <a:gd name="connsiteX79" fmla="*/ 10083442 w 12192000"/>
              <a:gd name="connsiteY79" fmla="*/ 5678642 h 6858000"/>
              <a:gd name="connsiteX80" fmla="*/ 10338892 w 12192000"/>
              <a:gd name="connsiteY80" fmla="*/ 4650957 h 6858000"/>
              <a:gd name="connsiteX81" fmla="*/ 10628013 w 12192000"/>
              <a:gd name="connsiteY81" fmla="*/ 4411198 h 6858000"/>
              <a:gd name="connsiteX82" fmla="*/ 10802766 w 12192000"/>
              <a:gd name="connsiteY82" fmla="*/ 4258050 h 6858000"/>
              <a:gd name="connsiteX83" fmla="*/ 10614662 w 12192000"/>
              <a:gd name="connsiteY83" fmla="*/ 4150318 h 6858000"/>
              <a:gd name="connsiteX84" fmla="*/ 10681427 w 12192000"/>
              <a:gd name="connsiteY84" fmla="*/ 4054203 h 6858000"/>
              <a:gd name="connsiteX85" fmla="*/ 10520029 w 12192000"/>
              <a:gd name="connsiteY85" fmla="*/ 3804411 h 6858000"/>
              <a:gd name="connsiteX86" fmla="*/ 10568798 w 12192000"/>
              <a:gd name="connsiteY86" fmla="*/ 3466426 h 6858000"/>
              <a:gd name="connsiteX87" fmla="*/ 10499709 w 12192000"/>
              <a:gd name="connsiteY87" fmla="*/ 3166465 h 6858000"/>
              <a:gd name="connsiteX88" fmla="*/ 10489840 w 12192000"/>
              <a:gd name="connsiteY88" fmla="*/ 2546475 h 6858000"/>
              <a:gd name="connsiteX89" fmla="*/ 10584471 w 12192000"/>
              <a:gd name="connsiteY89" fmla="*/ 2512148 h 6858000"/>
              <a:gd name="connsiteX90" fmla="*/ 10695942 w 12192000"/>
              <a:gd name="connsiteY90" fmla="*/ 2358471 h 6858000"/>
              <a:gd name="connsiteX91" fmla="*/ 10732516 w 12192000"/>
              <a:gd name="connsiteY91" fmla="*/ 2287706 h 6858000"/>
              <a:gd name="connsiteX92" fmla="*/ 10731357 w 12192000"/>
              <a:gd name="connsiteY92" fmla="*/ 2137725 h 6858000"/>
              <a:gd name="connsiteX93" fmla="*/ 10678525 w 12192000"/>
              <a:gd name="connsiteY93" fmla="*/ 2070656 h 6858000"/>
              <a:gd name="connsiteX94" fmla="*/ 10735999 w 12192000"/>
              <a:gd name="connsiteY94" fmla="*/ 1956587 h 6858000"/>
              <a:gd name="connsiteX95" fmla="*/ 10824246 w 12192000"/>
              <a:gd name="connsiteY95" fmla="*/ 1862584 h 6858000"/>
              <a:gd name="connsiteX96" fmla="*/ 10773156 w 12192000"/>
              <a:gd name="connsiteY96" fmla="*/ 1768054 h 6858000"/>
              <a:gd name="connsiteX97" fmla="*/ 10716261 w 12192000"/>
              <a:gd name="connsiteY97" fmla="*/ 1678278 h 6858000"/>
              <a:gd name="connsiteX98" fmla="*/ 10554864 w 12192000"/>
              <a:gd name="connsiteY98" fmla="*/ 1477599 h 6858000"/>
              <a:gd name="connsiteX99" fmla="*/ 10267483 w 12192000"/>
              <a:gd name="connsiteY99" fmla="*/ 1324977 h 6858000"/>
              <a:gd name="connsiteX100" fmla="*/ 9913337 w 12192000"/>
              <a:gd name="connsiteY100" fmla="*/ 1202458 h 6858000"/>
              <a:gd name="connsiteX101" fmla="*/ 10024805 w 12192000"/>
              <a:gd name="connsiteY101" fmla="*/ 1124827 h 6858000"/>
              <a:gd name="connsiteX102" fmla="*/ 9411726 w 12192000"/>
              <a:gd name="connsiteY102" fmla="*/ 980655 h 6858000"/>
              <a:gd name="connsiteX103" fmla="*/ 9930753 w 12192000"/>
              <a:gd name="connsiteY103" fmla="*/ 901968 h 6858000"/>
              <a:gd name="connsiteX104" fmla="*/ 9894178 w 12192000"/>
              <a:gd name="connsiteY104" fmla="*/ 871339 h 6858000"/>
              <a:gd name="connsiteX105" fmla="*/ 9858182 w 12192000"/>
              <a:gd name="connsiteY105" fmla="*/ 839125 h 6858000"/>
              <a:gd name="connsiteX106" fmla="*/ 10131050 w 12192000"/>
              <a:gd name="connsiteY106" fmla="*/ 792652 h 6858000"/>
              <a:gd name="connsiteX107" fmla="*/ 10006808 w 12192000"/>
              <a:gd name="connsiteY107" fmla="*/ 731920 h 6858000"/>
              <a:gd name="connsiteX108" fmla="*/ 10233809 w 12192000"/>
              <a:gd name="connsiteY108" fmla="*/ 710268 h 6858000"/>
              <a:gd name="connsiteX109" fmla="*/ 10267483 w 12192000"/>
              <a:gd name="connsiteY109" fmla="*/ 628940 h 6858000"/>
              <a:gd name="connsiteX110" fmla="*/ 10136275 w 12192000"/>
              <a:gd name="connsiteY110" fmla="*/ 589333 h 6858000"/>
              <a:gd name="connsiteX111" fmla="*/ 9131312 w 12192000"/>
              <a:gd name="connsiteY111" fmla="*/ 480544 h 6858000"/>
              <a:gd name="connsiteX112" fmla="*/ 7479600 w 12192000"/>
              <a:gd name="connsiteY112" fmla="*/ 454667 h 6858000"/>
              <a:gd name="connsiteX113" fmla="*/ 6724001 w 12192000"/>
              <a:gd name="connsiteY113" fmla="*/ 434021 h 6858000"/>
              <a:gd name="connsiteX114" fmla="*/ 0 w 12192000"/>
              <a:gd name="connsiteY114" fmla="*/ 0 h 6858000"/>
              <a:gd name="connsiteX115" fmla="*/ 12192000 w 12192000"/>
              <a:gd name="connsiteY115" fmla="*/ 0 h 6858000"/>
              <a:gd name="connsiteX116" fmla="*/ 12192000 w 12192000"/>
              <a:gd name="connsiteY116" fmla="*/ 6858000 h 6858000"/>
              <a:gd name="connsiteX117" fmla="*/ 0 w 12192000"/>
              <a:gd name="connsiteY11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12192000" h="6858000">
                <a:moveTo>
                  <a:pt x="6724001" y="434021"/>
                </a:moveTo>
                <a:cubicBezTo>
                  <a:pt x="6639882" y="433113"/>
                  <a:pt x="6555627" y="433147"/>
                  <a:pt x="6471155" y="434599"/>
                </a:cubicBezTo>
                <a:cubicBezTo>
                  <a:pt x="6109461" y="440937"/>
                  <a:pt x="5748349" y="439351"/>
                  <a:pt x="5384913" y="497971"/>
                </a:cubicBezTo>
                <a:cubicBezTo>
                  <a:pt x="5199132" y="528072"/>
                  <a:pt x="5005803" y="518038"/>
                  <a:pt x="4818280" y="541802"/>
                </a:cubicBezTo>
                <a:cubicBezTo>
                  <a:pt x="4532641" y="578242"/>
                  <a:pt x="4247003" y="621019"/>
                  <a:pt x="3965428" y="675942"/>
                </a:cubicBezTo>
                <a:cubicBezTo>
                  <a:pt x="3877181" y="693369"/>
                  <a:pt x="3768034" y="703930"/>
                  <a:pt x="3699528" y="770472"/>
                </a:cubicBezTo>
                <a:cubicBezTo>
                  <a:pt x="3590961" y="728224"/>
                  <a:pt x="3523617" y="807966"/>
                  <a:pt x="3438854" y="834899"/>
                </a:cubicBezTo>
                <a:cubicBezTo>
                  <a:pt x="3405761" y="845462"/>
                  <a:pt x="3362218" y="860248"/>
                  <a:pt x="3367443" y="893518"/>
                </a:cubicBezTo>
                <a:cubicBezTo>
                  <a:pt x="3372089" y="935238"/>
                  <a:pt x="3420855" y="962172"/>
                  <a:pt x="3467301" y="953722"/>
                </a:cubicBezTo>
                <a:cubicBezTo>
                  <a:pt x="3611863" y="927317"/>
                  <a:pt x="3741328" y="986464"/>
                  <a:pt x="3889955" y="977486"/>
                </a:cubicBezTo>
                <a:cubicBezTo>
                  <a:pt x="3760488" y="1002836"/>
                  <a:pt x="3631601" y="1028713"/>
                  <a:pt x="3502135" y="1054062"/>
                </a:cubicBezTo>
                <a:cubicBezTo>
                  <a:pt x="3694303" y="1074129"/>
                  <a:pt x="3883568" y="1038218"/>
                  <a:pt x="4072832" y="1017622"/>
                </a:cubicBezTo>
                <a:cubicBezTo>
                  <a:pt x="4133792" y="1011285"/>
                  <a:pt x="4228424" y="962699"/>
                  <a:pt x="4244099" y="1030825"/>
                </a:cubicBezTo>
                <a:cubicBezTo>
                  <a:pt x="4254550" y="1076242"/>
                  <a:pt x="4152951" y="1079410"/>
                  <a:pt x="4095475" y="1092084"/>
                </a:cubicBezTo>
                <a:cubicBezTo>
                  <a:pt x="3841766" y="1146479"/>
                  <a:pt x="3583994" y="1178165"/>
                  <a:pt x="3327386" y="1215660"/>
                </a:cubicBezTo>
                <a:cubicBezTo>
                  <a:pt x="3303001" y="1219357"/>
                  <a:pt x="3271070" y="1216188"/>
                  <a:pt x="3254813" y="1226749"/>
                </a:cubicBezTo>
                <a:cubicBezTo>
                  <a:pt x="3123605" y="1311774"/>
                  <a:pt x="2957563" y="1339765"/>
                  <a:pt x="2776427" y="1401552"/>
                </a:cubicBezTo>
                <a:cubicBezTo>
                  <a:pt x="2890798" y="1430598"/>
                  <a:pt x="2968012" y="1370921"/>
                  <a:pt x="3063226" y="1384124"/>
                </a:cubicBezTo>
                <a:cubicBezTo>
                  <a:pt x="2966272" y="1448024"/>
                  <a:pt x="2853641" y="1460171"/>
                  <a:pt x="2754945" y="1495025"/>
                </a:cubicBezTo>
                <a:cubicBezTo>
                  <a:pt x="2684117" y="1519846"/>
                  <a:pt x="2421119" y="1597477"/>
                  <a:pt x="2381061" y="1619658"/>
                </a:cubicBezTo>
                <a:cubicBezTo>
                  <a:pt x="2260302" y="1688311"/>
                  <a:pt x="2107033" y="1720525"/>
                  <a:pt x="2008336" y="1814527"/>
                </a:cubicBezTo>
                <a:cubicBezTo>
                  <a:pt x="1938668" y="1880540"/>
                  <a:pt x="1822554" y="1868393"/>
                  <a:pt x="1740695" y="1914337"/>
                </a:cubicBezTo>
                <a:cubicBezTo>
                  <a:pt x="1711667" y="1957642"/>
                  <a:pt x="1767982" y="1968733"/>
                  <a:pt x="1787720" y="1991970"/>
                </a:cubicBezTo>
                <a:cubicBezTo>
                  <a:pt x="1813846" y="2023126"/>
                  <a:pt x="1767401" y="2040555"/>
                  <a:pt x="1754048" y="2078049"/>
                </a:cubicBezTo>
                <a:cubicBezTo>
                  <a:pt x="1907898" y="2035802"/>
                  <a:pt x="2054781" y="2010981"/>
                  <a:pt x="2228951" y="1996721"/>
                </a:cubicBezTo>
                <a:cubicBezTo>
                  <a:pt x="2171475" y="2057452"/>
                  <a:pt x="2101807" y="2031048"/>
                  <a:pt x="2054781" y="2053228"/>
                </a:cubicBezTo>
                <a:cubicBezTo>
                  <a:pt x="2024011" y="2067487"/>
                  <a:pt x="1976984" y="2073824"/>
                  <a:pt x="1985693" y="2109207"/>
                </a:cubicBezTo>
                <a:cubicBezTo>
                  <a:pt x="1992660" y="2137196"/>
                  <a:pt x="2032140" y="2133500"/>
                  <a:pt x="2061168" y="2130859"/>
                </a:cubicBezTo>
                <a:cubicBezTo>
                  <a:pt x="2172636" y="2120825"/>
                  <a:pt x="2281202" y="2117656"/>
                  <a:pt x="2388026" y="2184726"/>
                </a:cubicBezTo>
                <a:cubicBezTo>
                  <a:pt x="2116321" y="2282425"/>
                  <a:pt x="1803977" y="2241233"/>
                  <a:pt x="1560719" y="2384876"/>
                </a:cubicBezTo>
                <a:cubicBezTo>
                  <a:pt x="1594973" y="2429237"/>
                  <a:pt x="1643739" y="2405472"/>
                  <a:pt x="1679734" y="2400191"/>
                </a:cubicBezTo>
                <a:cubicBezTo>
                  <a:pt x="1916026" y="2364279"/>
                  <a:pt x="2760170" y="2428180"/>
                  <a:pt x="2882089" y="2383292"/>
                </a:cubicBezTo>
                <a:cubicBezTo>
                  <a:pt x="2956983" y="2355830"/>
                  <a:pt x="3035941" y="2342628"/>
                  <a:pt x="3116638" y="2359528"/>
                </a:cubicBezTo>
                <a:cubicBezTo>
                  <a:pt x="3194434" y="2375898"/>
                  <a:pt x="3174696" y="2605622"/>
                  <a:pt x="2897765" y="2758243"/>
                </a:cubicBezTo>
                <a:cubicBezTo>
                  <a:pt x="2858286" y="2779895"/>
                  <a:pt x="3034779" y="2811053"/>
                  <a:pt x="2981367" y="2829008"/>
                </a:cubicBezTo>
                <a:cubicBezTo>
                  <a:pt x="2939566" y="2843267"/>
                  <a:pt x="2734626" y="2835346"/>
                  <a:pt x="2682955" y="2846436"/>
                </a:cubicBezTo>
                <a:cubicBezTo>
                  <a:pt x="2662635" y="2851188"/>
                  <a:pt x="2040267" y="3029159"/>
                  <a:pt x="2099485" y="3066653"/>
                </a:cubicBezTo>
                <a:cubicBezTo>
                  <a:pt x="2276558" y="3179139"/>
                  <a:pt x="2869897" y="3385098"/>
                  <a:pt x="1807460" y="3454808"/>
                </a:cubicBezTo>
                <a:cubicBezTo>
                  <a:pt x="1841132" y="3495472"/>
                  <a:pt x="1934024" y="3469596"/>
                  <a:pt x="1921251" y="3540889"/>
                </a:cubicBezTo>
                <a:cubicBezTo>
                  <a:pt x="1780173" y="3579440"/>
                  <a:pt x="1617035" y="3577328"/>
                  <a:pt x="1453313" y="3637002"/>
                </a:cubicBezTo>
                <a:cubicBezTo>
                  <a:pt x="1527047" y="3680307"/>
                  <a:pt x="1611808" y="3653902"/>
                  <a:pt x="1686122" y="3667634"/>
                </a:cubicBezTo>
                <a:cubicBezTo>
                  <a:pt x="1644320" y="3722027"/>
                  <a:pt x="1572330" y="3713578"/>
                  <a:pt x="1513692" y="3725196"/>
                </a:cubicBezTo>
                <a:cubicBezTo>
                  <a:pt x="1459700" y="3736286"/>
                  <a:pt x="1345329" y="3830816"/>
                  <a:pt x="1369711" y="3826063"/>
                </a:cubicBezTo>
                <a:cubicBezTo>
                  <a:pt x="1595553" y="3783815"/>
                  <a:pt x="1824877" y="3795434"/>
                  <a:pt x="2051298" y="3754242"/>
                </a:cubicBezTo>
                <a:cubicBezTo>
                  <a:pt x="2126192" y="3740511"/>
                  <a:pt x="2210955" y="3714106"/>
                  <a:pt x="2245207" y="3797018"/>
                </a:cubicBezTo>
                <a:cubicBezTo>
                  <a:pt x="2255659" y="3821310"/>
                  <a:pt x="2248109" y="3829232"/>
                  <a:pt x="2353192" y="3796489"/>
                </a:cubicBezTo>
                <a:cubicBezTo>
                  <a:pt x="2394414" y="3783815"/>
                  <a:pt x="2448988" y="3770085"/>
                  <a:pt x="2490207" y="3801242"/>
                </a:cubicBezTo>
                <a:cubicBezTo>
                  <a:pt x="2464082" y="3840321"/>
                  <a:pt x="2413572" y="3828703"/>
                  <a:pt x="2375835" y="3839794"/>
                </a:cubicBezTo>
                <a:cubicBezTo>
                  <a:pt x="2275978" y="3868311"/>
                  <a:pt x="2619094" y="3977100"/>
                  <a:pt x="2522138" y="4009841"/>
                </a:cubicBezTo>
                <a:cubicBezTo>
                  <a:pt x="2323584" y="4076912"/>
                  <a:pt x="2199343" y="4057372"/>
                  <a:pt x="1998466" y="4130778"/>
                </a:cubicBezTo>
                <a:cubicBezTo>
                  <a:pt x="2066973" y="4129192"/>
                  <a:pt x="2046072" y="4154543"/>
                  <a:pt x="2114580" y="4154543"/>
                </a:cubicBezTo>
                <a:cubicBezTo>
                  <a:pt x="2145350" y="4154543"/>
                  <a:pt x="2177862" y="4160878"/>
                  <a:pt x="2177862" y="4189925"/>
                </a:cubicBezTo>
                <a:cubicBezTo>
                  <a:pt x="2177862" y="4217385"/>
                  <a:pt x="1817330" y="4367895"/>
                  <a:pt x="1868419" y="4382153"/>
                </a:cubicBezTo>
                <a:cubicBezTo>
                  <a:pt x="2007755" y="4420704"/>
                  <a:pt x="2365385" y="4302410"/>
                  <a:pt x="2279460" y="4356805"/>
                </a:cubicBezTo>
                <a:cubicBezTo>
                  <a:pt x="2148834" y="4439716"/>
                  <a:pt x="2129094" y="4456088"/>
                  <a:pt x="2029817" y="4468235"/>
                </a:cubicBezTo>
                <a:cubicBezTo>
                  <a:pt x="1944474" y="4478796"/>
                  <a:pt x="1644320" y="4710633"/>
                  <a:pt x="1560137" y="4730172"/>
                </a:cubicBezTo>
                <a:cubicBezTo>
                  <a:pt x="1485825" y="4747072"/>
                  <a:pt x="1774947" y="4800410"/>
                  <a:pt x="1956664" y="4820477"/>
                </a:cubicBezTo>
                <a:cubicBezTo>
                  <a:pt x="2130256" y="4840017"/>
                  <a:pt x="3101544" y="4789319"/>
                  <a:pt x="3268168" y="4852692"/>
                </a:cubicBezTo>
                <a:cubicBezTo>
                  <a:pt x="3111993" y="4878041"/>
                  <a:pt x="2970336" y="4953030"/>
                  <a:pt x="2807197" y="4939300"/>
                </a:cubicBezTo>
                <a:cubicBezTo>
                  <a:pt x="2773524" y="4936660"/>
                  <a:pt x="2724756" y="4930323"/>
                  <a:pt x="2721272" y="4970458"/>
                </a:cubicBezTo>
                <a:cubicBezTo>
                  <a:pt x="2718369" y="5005313"/>
                  <a:pt x="2788038" y="4981548"/>
                  <a:pt x="2802552" y="5014291"/>
                </a:cubicBezTo>
                <a:cubicBezTo>
                  <a:pt x="2719531" y="5060235"/>
                  <a:pt x="2621415" y="5018515"/>
                  <a:pt x="2537812" y="5053898"/>
                </a:cubicBezTo>
                <a:cubicBezTo>
                  <a:pt x="2491948" y="5099314"/>
                  <a:pt x="2589483" y="5107236"/>
                  <a:pt x="2569744" y="5153182"/>
                </a:cubicBezTo>
                <a:cubicBezTo>
                  <a:pt x="2301522" y="5193845"/>
                  <a:pt x="2252174" y="5268836"/>
                  <a:pt x="1987436" y="5334320"/>
                </a:cubicBezTo>
                <a:cubicBezTo>
                  <a:pt x="1971179" y="5338545"/>
                  <a:pt x="1958407" y="5352274"/>
                  <a:pt x="1972921" y="5382376"/>
                </a:cubicBezTo>
                <a:cubicBezTo>
                  <a:pt x="2087874" y="5396107"/>
                  <a:pt x="2215599" y="5373399"/>
                  <a:pt x="2341001" y="5360725"/>
                </a:cubicBezTo>
                <a:cubicBezTo>
                  <a:pt x="2537812" y="5340129"/>
                  <a:pt x="2533748" y="5339072"/>
                  <a:pt x="2710822" y="5418816"/>
                </a:cubicBezTo>
                <a:cubicBezTo>
                  <a:pt x="2743914" y="5433602"/>
                  <a:pt x="2801390" y="5438355"/>
                  <a:pt x="2833903" y="5413007"/>
                </a:cubicBezTo>
                <a:cubicBezTo>
                  <a:pt x="2896604" y="5364422"/>
                  <a:pt x="2950016" y="5368646"/>
                  <a:pt x="3011556" y="5399276"/>
                </a:cubicBezTo>
                <a:cubicBezTo>
                  <a:pt x="3077160" y="5432547"/>
                  <a:pt x="3171793" y="5391882"/>
                  <a:pt x="3254233" y="5439412"/>
                </a:cubicBezTo>
                <a:cubicBezTo>
                  <a:pt x="3099802" y="5473739"/>
                  <a:pt x="2957563" y="5473739"/>
                  <a:pt x="2792101" y="5471625"/>
                </a:cubicBezTo>
                <a:cubicBezTo>
                  <a:pt x="2846095" y="5537639"/>
                  <a:pt x="2914601" y="5536582"/>
                  <a:pt x="2977303" y="5539751"/>
                </a:cubicBezTo>
                <a:cubicBezTo>
                  <a:pt x="3214174" y="5551898"/>
                  <a:pt x="3601411" y="5660686"/>
                  <a:pt x="3656566" y="5678642"/>
                </a:cubicBezTo>
                <a:cubicBezTo>
                  <a:pt x="4280675" y="5879847"/>
                  <a:pt x="4178497" y="5898332"/>
                  <a:pt x="4858340" y="5969625"/>
                </a:cubicBezTo>
                <a:cubicBezTo>
                  <a:pt x="5261253" y="6011873"/>
                  <a:pt x="4887368" y="6032469"/>
                  <a:pt x="5296668" y="6043559"/>
                </a:cubicBezTo>
                <a:cubicBezTo>
                  <a:pt x="5349500" y="6045143"/>
                  <a:pt x="5402911" y="6044087"/>
                  <a:pt x="5456323" y="6042502"/>
                </a:cubicBezTo>
                <a:cubicBezTo>
                  <a:pt x="5368077" y="6073134"/>
                  <a:pt x="5267058" y="6100066"/>
                  <a:pt x="5267058" y="6100066"/>
                </a:cubicBezTo>
                <a:cubicBezTo>
                  <a:pt x="5267058" y="6100066"/>
                  <a:pt x="5318728" y="6208854"/>
                  <a:pt x="7095266" y="6287541"/>
                </a:cubicBezTo>
                <a:cubicBezTo>
                  <a:pt x="7422124" y="6302329"/>
                  <a:pt x="9563254" y="6024548"/>
                  <a:pt x="9707235" y="5994446"/>
                </a:cubicBezTo>
                <a:cubicBezTo>
                  <a:pt x="9844249" y="5966984"/>
                  <a:pt x="10002164" y="5671247"/>
                  <a:pt x="10083442" y="5678642"/>
                </a:cubicBezTo>
                <a:cubicBezTo>
                  <a:pt x="10103183" y="5653293"/>
                  <a:pt x="10283158" y="5139979"/>
                  <a:pt x="10338892" y="4650957"/>
                </a:cubicBezTo>
                <a:cubicBezTo>
                  <a:pt x="10448618" y="4580718"/>
                  <a:pt x="10551960" y="4503088"/>
                  <a:pt x="10628013" y="4411198"/>
                </a:cubicBezTo>
                <a:cubicBezTo>
                  <a:pt x="10675040" y="4354692"/>
                  <a:pt x="10718003" y="4298185"/>
                  <a:pt x="10802766" y="4258050"/>
                </a:cubicBezTo>
                <a:cubicBezTo>
                  <a:pt x="10755739" y="4203128"/>
                  <a:pt x="10675040" y="4190453"/>
                  <a:pt x="10614662" y="4150318"/>
                </a:cubicBezTo>
                <a:cubicBezTo>
                  <a:pt x="10610017" y="4117046"/>
                  <a:pt x="10705811" y="4127081"/>
                  <a:pt x="10681427" y="4054203"/>
                </a:cubicBezTo>
                <a:cubicBezTo>
                  <a:pt x="10648335" y="3957032"/>
                  <a:pt x="10684328" y="3846131"/>
                  <a:pt x="10520029" y="3804411"/>
                </a:cubicBezTo>
                <a:cubicBezTo>
                  <a:pt x="10476485" y="3709881"/>
                  <a:pt x="10464294" y="3558845"/>
                  <a:pt x="10568798" y="3466426"/>
                </a:cubicBezTo>
                <a:cubicBezTo>
                  <a:pt x="10724388" y="3328592"/>
                  <a:pt x="10699424" y="3240927"/>
                  <a:pt x="10499709" y="3166465"/>
                </a:cubicBezTo>
                <a:cubicBezTo>
                  <a:pt x="10474164" y="3156958"/>
                  <a:pt x="10501452" y="2570768"/>
                  <a:pt x="10489840" y="2546475"/>
                </a:cubicBezTo>
                <a:cubicBezTo>
                  <a:pt x="10508418" y="2513205"/>
                  <a:pt x="10551960" y="2521126"/>
                  <a:pt x="10584471" y="2512148"/>
                </a:cubicBezTo>
                <a:cubicBezTo>
                  <a:pt x="10726711" y="2474125"/>
                  <a:pt x="10731357" y="2474125"/>
                  <a:pt x="10695942" y="2358471"/>
                </a:cubicBezTo>
                <a:cubicBezTo>
                  <a:pt x="10685490" y="2323616"/>
                  <a:pt x="10709874" y="2309357"/>
                  <a:pt x="10732516" y="2287706"/>
                </a:cubicBezTo>
                <a:cubicBezTo>
                  <a:pt x="10817280" y="2206905"/>
                  <a:pt x="10817860" y="2205850"/>
                  <a:pt x="10731357" y="2137725"/>
                </a:cubicBezTo>
                <a:cubicBezTo>
                  <a:pt x="10706391" y="2118185"/>
                  <a:pt x="10689555" y="2097061"/>
                  <a:pt x="10678525" y="2070656"/>
                </a:cubicBezTo>
                <a:cubicBezTo>
                  <a:pt x="10658203" y="2022599"/>
                  <a:pt x="10658784" y="1982463"/>
                  <a:pt x="10735999" y="1956587"/>
                </a:cubicBezTo>
                <a:cubicBezTo>
                  <a:pt x="10789993" y="1938104"/>
                  <a:pt x="10820762" y="1916978"/>
                  <a:pt x="10824246" y="1862584"/>
                </a:cubicBezTo>
                <a:cubicBezTo>
                  <a:pt x="10826570" y="1817166"/>
                  <a:pt x="10832955" y="1787594"/>
                  <a:pt x="10773156" y="1768054"/>
                </a:cubicBezTo>
                <a:cubicBezTo>
                  <a:pt x="10724969" y="1752211"/>
                  <a:pt x="10711036" y="1718412"/>
                  <a:pt x="10716261" y="1678278"/>
                </a:cubicBezTo>
                <a:cubicBezTo>
                  <a:pt x="10728452" y="1580050"/>
                  <a:pt x="10662849" y="1522487"/>
                  <a:pt x="10554864" y="1477599"/>
                </a:cubicBezTo>
                <a:cubicBezTo>
                  <a:pt x="10452101" y="1434822"/>
                  <a:pt x="10362116" y="1377259"/>
                  <a:pt x="10267483" y="1324977"/>
                </a:cubicBezTo>
                <a:cubicBezTo>
                  <a:pt x="10162399" y="1266887"/>
                  <a:pt x="10040481" y="1232031"/>
                  <a:pt x="9913337" y="1202458"/>
                </a:cubicBezTo>
                <a:cubicBezTo>
                  <a:pt x="9936561" y="1160210"/>
                  <a:pt x="10016678" y="1183974"/>
                  <a:pt x="10024805" y="1124827"/>
                </a:cubicBezTo>
                <a:cubicBezTo>
                  <a:pt x="9826251" y="1074658"/>
                  <a:pt x="9636408" y="999139"/>
                  <a:pt x="9411726" y="980655"/>
                </a:cubicBezTo>
                <a:cubicBezTo>
                  <a:pt x="9593444" y="990161"/>
                  <a:pt x="9758326" y="922036"/>
                  <a:pt x="9930753" y="901968"/>
                </a:cubicBezTo>
                <a:cubicBezTo>
                  <a:pt x="9947008" y="868698"/>
                  <a:pt x="9909273" y="877147"/>
                  <a:pt x="9894178" y="871339"/>
                </a:cubicBezTo>
                <a:cubicBezTo>
                  <a:pt x="9879083" y="865001"/>
                  <a:pt x="9860506" y="862889"/>
                  <a:pt x="9858182" y="839125"/>
                </a:cubicBezTo>
                <a:cubicBezTo>
                  <a:pt x="9941205" y="804798"/>
                  <a:pt x="10045126" y="827506"/>
                  <a:pt x="10131050" y="792652"/>
                </a:cubicBezTo>
                <a:cubicBezTo>
                  <a:pt x="10111891" y="741954"/>
                  <a:pt x="10037578" y="772583"/>
                  <a:pt x="10006808" y="731920"/>
                </a:cubicBezTo>
                <a:cubicBezTo>
                  <a:pt x="10086927" y="724526"/>
                  <a:pt x="10161239" y="721357"/>
                  <a:pt x="10233809" y="710268"/>
                </a:cubicBezTo>
                <a:cubicBezTo>
                  <a:pt x="10290705" y="701818"/>
                  <a:pt x="10306380" y="658513"/>
                  <a:pt x="10267483" y="628940"/>
                </a:cubicBezTo>
                <a:cubicBezTo>
                  <a:pt x="10232648" y="602536"/>
                  <a:pt x="10181559" y="600422"/>
                  <a:pt x="10136275" y="589333"/>
                </a:cubicBezTo>
                <a:cubicBezTo>
                  <a:pt x="9813479" y="512230"/>
                  <a:pt x="9474428" y="487409"/>
                  <a:pt x="9131312" y="480544"/>
                </a:cubicBezTo>
                <a:cubicBezTo>
                  <a:pt x="8580936" y="469453"/>
                  <a:pt x="8028817" y="469982"/>
                  <a:pt x="7479600" y="454667"/>
                </a:cubicBezTo>
                <a:cubicBezTo>
                  <a:pt x="7227489" y="447934"/>
                  <a:pt x="6976357" y="436744"/>
                  <a:pt x="6724001" y="434021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26" name="Picture 2" descr="OKR: Tudo que você precisa saber para implementá-lo na sua empresa - Nov4  Gestão Empresarial">
            <a:extLst>
              <a:ext uri="{FF2B5EF4-FFF2-40B4-BE49-F238E27FC236}">
                <a16:creationId xmlns:a16="http://schemas.microsoft.com/office/drawing/2014/main" id="{8B1F08C8-573B-A38E-0558-7C36B03353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34938" y="1399752"/>
            <a:ext cx="5791199" cy="3853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FDF3B969-7B6C-6CC2-CCCA-32087483F4A0}"/>
              </a:ext>
            </a:extLst>
          </p:cNvPr>
          <p:cNvSpPr txBox="1">
            <a:spLocks/>
          </p:cNvSpPr>
          <p:nvPr/>
        </p:nvSpPr>
        <p:spPr>
          <a:xfrm>
            <a:off x="4541324" y="4812984"/>
            <a:ext cx="4984813" cy="315708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pt-BR" sz="3200" b="1" dirty="0"/>
            </a:br>
            <a:r>
              <a:rPr lang="pt-BR" sz="3200" b="1" dirty="0"/>
              <a:t>Prof. Claudio Lima</a:t>
            </a:r>
          </a:p>
        </p:txBody>
      </p:sp>
    </p:spTree>
    <p:extLst>
      <p:ext uri="{BB962C8B-B14F-4D97-AF65-F5344CB8AC3E}">
        <p14:creationId xmlns:p14="http://schemas.microsoft.com/office/powerpoint/2010/main" val="677339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4DB9ED-A6D8-ED12-194B-AEA373D89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pt-BR" sz="4400" b="1" dirty="0">
                <a:solidFill>
                  <a:srgbClr val="080808"/>
                </a:solidFill>
              </a:rPr>
              <a:t>O que é OKR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D25ED56-3A3E-FCEC-4906-F451272630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OKR – Objetivos e Resultados Chaves</a:t>
            </a:r>
          </a:p>
          <a:p>
            <a:endParaRPr lang="pt-BR" dirty="0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3516C722-AEA1-1CF3-EB3E-0CFB86327235}"/>
              </a:ext>
            </a:extLst>
          </p:cNvPr>
          <p:cNvSpPr/>
          <p:nvPr/>
        </p:nvSpPr>
        <p:spPr>
          <a:xfrm>
            <a:off x="4673600" y="2580640"/>
            <a:ext cx="2316480" cy="73152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Objective</a:t>
            </a:r>
            <a:endParaRPr lang="pt-BR" dirty="0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54AD8EF8-FA6C-FD3D-0AB0-5B77F13C377A}"/>
              </a:ext>
            </a:extLst>
          </p:cNvPr>
          <p:cNvSpPr/>
          <p:nvPr/>
        </p:nvSpPr>
        <p:spPr>
          <a:xfrm>
            <a:off x="1910080" y="4084320"/>
            <a:ext cx="2316480" cy="73152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Key </a:t>
            </a:r>
            <a:r>
              <a:rPr lang="pt-BR" dirty="0" err="1"/>
              <a:t>Result</a:t>
            </a:r>
            <a:r>
              <a:rPr lang="pt-BR" dirty="0"/>
              <a:t> 01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9F28D7A5-63C4-9C3C-DE0B-469420503DCA}"/>
              </a:ext>
            </a:extLst>
          </p:cNvPr>
          <p:cNvSpPr/>
          <p:nvPr/>
        </p:nvSpPr>
        <p:spPr>
          <a:xfrm>
            <a:off x="7965440" y="4084320"/>
            <a:ext cx="2316480" cy="73152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Key </a:t>
            </a:r>
            <a:r>
              <a:rPr lang="pt-BR" dirty="0" err="1"/>
              <a:t>Result</a:t>
            </a:r>
            <a:r>
              <a:rPr lang="pt-BR" dirty="0"/>
              <a:t> 03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7BF3D3CD-8A30-C992-DB89-5086D1E23A8B}"/>
              </a:ext>
            </a:extLst>
          </p:cNvPr>
          <p:cNvSpPr/>
          <p:nvPr/>
        </p:nvSpPr>
        <p:spPr>
          <a:xfrm>
            <a:off x="4673600" y="4117975"/>
            <a:ext cx="2316480" cy="73152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Key </a:t>
            </a:r>
            <a:r>
              <a:rPr lang="pt-BR" dirty="0" err="1"/>
              <a:t>Result</a:t>
            </a:r>
            <a:r>
              <a:rPr lang="pt-BR" dirty="0"/>
              <a:t> 02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F9C0587-AC19-E9F5-A495-CA82B3311042}"/>
              </a:ext>
            </a:extLst>
          </p:cNvPr>
          <p:cNvSpPr txBox="1"/>
          <p:nvPr/>
        </p:nvSpPr>
        <p:spPr>
          <a:xfrm>
            <a:off x="2011680" y="5842000"/>
            <a:ext cx="7756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Metodologia para definição de metas que suportam o cumprimento de objetivos.</a:t>
            </a:r>
          </a:p>
        </p:txBody>
      </p:sp>
    </p:spTree>
    <p:extLst>
      <p:ext uri="{BB962C8B-B14F-4D97-AF65-F5344CB8AC3E}">
        <p14:creationId xmlns:p14="http://schemas.microsoft.com/office/powerpoint/2010/main" val="3237528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Imagem 4" descr="Diagrama, Linha do tempo&#10;&#10;Descrição gerada automaticamente">
            <a:extLst>
              <a:ext uri="{FF2B5EF4-FFF2-40B4-BE49-F238E27FC236}">
                <a16:creationId xmlns:a16="http://schemas.microsoft.com/office/drawing/2014/main" id="{0A600AE3-A364-8A1F-C63A-B6059305B4E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9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2767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C9D890-55C4-F03D-A02F-B16A4665B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pt-BR" b="1" dirty="0"/>
              <a:t>Estrutura e componentes do OKR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7113672F-B404-9B1F-FCD6-5352AA84AC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143" y="1488314"/>
            <a:ext cx="10979714" cy="4877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8569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20800657-FC3E-41E2-536F-CD0469F44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507" y="11705"/>
            <a:ext cx="10515600" cy="1325563"/>
          </a:xfrm>
        </p:spPr>
        <p:txBody>
          <a:bodyPr/>
          <a:lstStyle/>
          <a:p>
            <a:pPr algn="ctr"/>
            <a:r>
              <a:rPr lang="pt-BR" b="1" dirty="0"/>
              <a:t>Estrutura e componentes do OKR</a:t>
            </a:r>
          </a:p>
        </p:txBody>
      </p:sp>
      <p:pic>
        <p:nvPicPr>
          <p:cNvPr id="5" name="Imagem 4" descr="Texto&#10;&#10;Descrição gerada automaticamente">
            <a:extLst>
              <a:ext uri="{FF2B5EF4-FFF2-40B4-BE49-F238E27FC236}">
                <a16:creationId xmlns:a16="http://schemas.microsoft.com/office/drawing/2014/main" id="{94CD6C42-DC6E-245B-CEAC-9EF45A1E81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507" y="1227054"/>
            <a:ext cx="10905066" cy="531622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055130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8709C71-7A20-E99C-8869-BE29D9C5D1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B61AABE-9DD8-4484-F396-BBBAFC84DF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241203"/>
            <a:ext cx="10905066" cy="5261693"/>
          </a:xfrm>
          <a:prstGeom prst="rect">
            <a:avLst/>
          </a:prstGeom>
          <a:ln>
            <a:noFill/>
          </a:ln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9B38FA0F-CA3D-F53D-48D8-EB45EB13B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235"/>
            <a:ext cx="10515600" cy="1325563"/>
          </a:xfrm>
        </p:spPr>
        <p:txBody>
          <a:bodyPr/>
          <a:lstStyle/>
          <a:p>
            <a:pPr algn="ctr"/>
            <a:r>
              <a:rPr lang="pt-BR" b="1" dirty="0"/>
              <a:t>Estrutura e componentes do OKR</a:t>
            </a:r>
          </a:p>
        </p:txBody>
      </p:sp>
    </p:spTree>
    <p:extLst>
      <p:ext uri="{BB962C8B-B14F-4D97-AF65-F5344CB8AC3E}">
        <p14:creationId xmlns:p14="http://schemas.microsoft.com/office/powerpoint/2010/main" val="36561058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B87565A7-4DA5-BF75-4B97-E5620ED991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617" y="1173971"/>
            <a:ext cx="10998765" cy="5607338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B87F7172-3372-87B8-1AB8-C78048829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/>
          <a:lstStyle/>
          <a:p>
            <a:pPr algn="ctr"/>
            <a:r>
              <a:rPr lang="pt-BR" b="1" dirty="0"/>
              <a:t>Estrutura e componentes do OKR</a:t>
            </a:r>
          </a:p>
        </p:txBody>
      </p:sp>
    </p:spTree>
    <p:extLst>
      <p:ext uri="{BB962C8B-B14F-4D97-AF65-F5344CB8AC3E}">
        <p14:creationId xmlns:p14="http://schemas.microsoft.com/office/powerpoint/2010/main" val="18245436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Interface gráfica do usuário, Texto, Aplicativo&#10;&#10;Descrição gerada automaticamente">
            <a:extLst>
              <a:ext uri="{FF2B5EF4-FFF2-40B4-BE49-F238E27FC236}">
                <a16:creationId xmlns:a16="http://schemas.microsoft.com/office/drawing/2014/main" id="{4A329C33-A826-A378-2F61-CBA8206E6A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4288" y="1183323"/>
            <a:ext cx="9599632" cy="5400357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7CBC1294-A238-F6A2-68C3-6E1A0B2B5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/>
          <a:lstStyle/>
          <a:p>
            <a:pPr algn="ctr"/>
            <a:r>
              <a:rPr lang="pt-BR" b="1" dirty="0"/>
              <a:t>Estrutura e componentes do OKR</a:t>
            </a:r>
          </a:p>
        </p:txBody>
      </p:sp>
    </p:spTree>
    <p:extLst>
      <p:ext uri="{BB962C8B-B14F-4D97-AF65-F5344CB8AC3E}">
        <p14:creationId xmlns:p14="http://schemas.microsoft.com/office/powerpoint/2010/main" val="6010989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9F7791-819B-D666-47DE-930D29340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3D0B6E2-B3FC-E389-7D16-65F7FEA599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2805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CAC4713D-BEC3-30F9-EFDC-8F5D76A0AF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1843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42F437-0B50-EE92-9DB8-CC32E7539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080" y="1"/>
            <a:ext cx="10515600" cy="1016000"/>
          </a:xfrm>
        </p:spPr>
        <p:txBody>
          <a:bodyPr/>
          <a:lstStyle/>
          <a:p>
            <a:pPr algn="ctr"/>
            <a:r>
              <a:rPr lang="pt-BR" dirty="0"/>
              <a:t>Exemplo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0DF4083-A0D4-2269-67FF-C371C6288F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760" y="982979"/>
            <a:ext cx="10444480" cy="5875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8918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5FB08D5B-6525-F692-496F-75609A7893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3321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66D1D5A1-17AB-723D-B757-D3F3B6D65E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0883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7C1D99CD-1914-E803-5B6C-F9DA921AED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86343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12805DCBDE707458BB9FA953E6A68AE" ma:contentTypeVersion="11" ma:contentTypeDescription="Crie um novo documento." ma:contentTypeScope="" ma:versionID="5c57885b02ce926a14bdbbccd70b1c80">
  <xsd:schema xmlns:xsd="http://www.w3.org/2001/XMLSchema" xmlns:xs="http://www.w3.org/2001/XMLSchema" xmlns:p="http://schemas.microsoft.com/office/2006/metadata/properties" xmlns:ns2="022b4726-8909-4e0a-ad20-639ac2ff6b7a" xmlns:ns3="bf55bb95-0e2d-49eb-8730-bda5c0a73d75" targetNamespace="http://schemas.microsoft.com/office/2006/metadata/properties" ma:root="true" ma:fieldsID="25ef80feea7cd1bf4aff6232f55ebfce" ns2:_="" ns3:_="">
    <xsd:import namespace="022b4726-8909-4e0a-ad20-639ac2ff6b7a"/>
    <xsd:import namespace="bf55bb95-0e2d-49eb-8730-bda5c0a73d7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2b4726-8909-4e0a-ad20-639ac2ff6b7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Marcações de imagem" ma:readOnly="false" ma:fieldId="{5cf76f15-5ced-4ddc-b409-7134ff3c332f}" ma:taxonomyMulti="true" ma:sspId="699e888a-e30d-4c0e-bef0-0db25144e5f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55bb95-0e2d-49eb-8730-bda5c0a73d75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eb69aee0-6040-483a-abf4-1bfa4a73a40c}" ma:internalName="TaxCatchAll" ma:showField="CatchAllData" ma:web="bf55bb95-0e2d-49eb-8730-bda5c0a73d7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f55bb95-0e2d-49eb-8730-bda5c0a73d75" xsi:nil="true"/>
    <lcf76f155ced4ddcb4097134ff3c332f xmlns="022b4726-8909-4e0a-ad20-639ac2ff6b7a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F1DD78D4-E0E5-48B3-AF4B-309ED87F552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AD9314F-FB95-446A-9306-8F9C2CC3D248}"/>
</file>

<file path=customXml/itemProps3.xml><?xml version="1.0" encoding="utf-8"?>
<ds:datastoreItem xmlns:ds="http://schemas.openxmlformats.org/officeDocument/2006/customXml" ds:itemID="{455CE45A-6F3A-4F6A-A659-6CDA4E4BB6BE}">
  <ds:schemaRefs>
    <ds:schemaRef ds:uri="http://schemas.microsoft.com/office/2006/metadata/properties"/>
    <ds:schemaRef ds:uri="http://schemas.microsoft.com/office/infopath/2007/PartnerControls"/>
    <ds:schemaRef ds:uri="5c4514ef-fbc4-425a-8106-408956634450"/>
    <ds:schemaRef ds:uri="31e72ec0-d700-4bb8-940b-bd55cc52f360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63</Words>
  <Application>Microsoft Office PowerPoint</Application>
  <PresentationFormat>Widescreen</PresentationFormat>
  <Paragraphs>14</Paragraphs>
  <Slides>14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Tema do Office</vt:lpstr>
      <vt:lpstr>Apresentação do PowerPoint</vt:lpstr>
      <vt:lpstr>O que é OKR</vt:lpstr>
      <vt:lpstr>Apresentação do PowerPoint</vt:lpstr>
      <vt:lpstr>Estrutura e componentes do OKR</vt:lpstr>
      <vt:lpstr>Estrutura e componentes do OKR</vt:lpstr>
      <vt:lpstr>Estrutura e componentes do OKR</vt:lpstr>
      <vt:lpstr>Estrutura e componentes do OKR</vt:lpstr>
      <vt:lpstr>Estrutura e componentes do OKR</vt:lpstr>
      <vt:lpstr>Apresentação do PowerPoint</vt:lpstr>
      <vt:lpstr>Apresentação do PowerPoint</vt:lpstr>
      <vt:lpstr>Exemplo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 que é OKR</dc:title>
  <dc:creator>CLAUDIO ETELVINO DE LIMA</dc:creator>
  <cp:lastModifiedBy>CLAUDIO ETELVINO DE LIMA</cp:lastModifiedBy>
  <cp:revision>22</cp:revision>
  <dcterms:created xsi:type="dcterms:W3CDTF">2022-10-20T19:14:30Z</dcterms:created>
  <dcterms:modified xsi:type="dcterms:W3CDTF">2024-10-02T11:42:38Z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0x010100A12805DCBDE707458BB9FA953E6A68AE</vt:lpwstr>
  </property>
</Properties>
</file>