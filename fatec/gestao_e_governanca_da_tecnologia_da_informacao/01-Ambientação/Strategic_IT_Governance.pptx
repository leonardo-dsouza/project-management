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1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2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12805DCBDE707458BB9FA953E6A68AE" ma:contentTypeVersion="11" ma:contentTypeDescription="Crie um novo documento." ma:contentTypeScope="" ma:versionID="5c57885b02ce926a14bdbbccd70b1c80">
  <xsd:schema xmlns:xsd="http://www.w3.org/2001/XMLSchema" xmlns:xs="http://www.w3.org/2001/XMLSchema" xmlns:p="http://schemas.microsoft.com/office/2006/metadata/properties" xmlns:ns2="022b4726-8909-4e0a-ad20-639ac2ff6b7a" xmlns:ns3="bf55bb95-0e2d-49eb-8730-bda5c0a73d75" targetNamespace="http://schemas.microsoft.com/office/2006/metadata/properties" ma:root="true" ma:fieldsID="25ef80feea7cd1bf4aff6232f55ebfce" ns2:_="" ns3:_="">
    <xsd:import namespace="022b4726-8909-4e0a-ad20-639ac2ff6b7a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b4726-8909-4e0a-ad20-639ac2ff6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69aee0-6040-483a-abf4-1bfa4a73a40c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022b4726-8909-4e0a-ad20-639ac2ff6b7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42A62F5-F36F-4965-80AD-53DD1BED02C7}"/>
</file>

<file path=customXml/itemProps2.xml><?xml version="1.0" encoding="utf-8"?>
<ds:datastoreItem xmlns:ds="http://schemas.openxmlformats.org/officeDocument/2006/customXml" ds:itemID="{CCCF0A5E-5949-4234-A38D-590599EEA65B}"/>
</file>

<file path=customXml/itemProps3.xml><?xml version="1.0" encoding="utf-8"?>
<ds:datastoreItem xmlns:ds="http://schemas.openxmlformats.org/officeDocument/2006/customXml" ds:itemID="{4376B470-7098-49A3-A702-A0753AB3E87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0x010100A12805DCBDE707458BB9FA953E6A68AE</vt:lpwstr>
  </property>
</Properties>
</file>